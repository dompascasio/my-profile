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8" r:id="rId3"/>
    <p:sldId id="339" r:id="rId4"/>
    <p:sldId id="33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78943-5F22-4A4C-87C3-3A3F4DB11C49}" v="30" dt="2026-09-30T02:53:08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, My" userId="b5fc429c-209d-4573-ad19-67cebecca44b" providerId="ADAL" clId="{99683B08-6D46-4EAA-9448-ACC45B4F32FB}"/>
    <pc:docChg chg="undo custSel addSld delSld modSld sldOrd">
      <pc:chgData name="Nguyen, My" userId="b5fc429c-209d-4573-ad19-67cebecca44b" providerId="ADAL" clId="{99683B08-6D46-4EAA-9448-ACC45B4F32FB}" dt="2026-09-30T02:53:08.282" v="6716" actId="20577"/>
      <pc:docMkLst>
        <pc:docMk/>
      </pc:docMkLst>
      <pc:sldChg chg="addSp delSp modSp add mod modNotesTx">
        <pc:chgData name="Nguyen, My" userId="b5fc429c-209d-4573-ad19-67cebecca44b" providerId="ADAL" clId="{99683B08-6D46-4EAA-9448-ACC45B4F32FB}" dt="2026-09-30T02:33:05.388" v="6699" actId="20577"/>
        <pc:sldMkLst>
          <pc:docMk/>
          <pc:sldMk cId="180417624" sldId="258"/>
        </pc:sldMkLst>
        <pc:spChg chg="mod">
          <ac:chgData name="Nguyen, My" userId="b5fc429c-209d-4573-ad19-67cebecca44b" providerId="ADAL" clId="{99683B08-6D46-4EAA-9448-ACC45B4F32FB}" dt="2026-09-29T08:35:11.495" v="3387" actId="14100"/>
          <ac:spMkLst>
            <pc:docMk/>
            <pc:sldMk cId="180417624" sldId="258"/>
            <ac:spMk id="4" creationId="{D429A386-66F7-951D-54A2-0F916E609F77}"/>
          </ac:spMkLst>
        </pc:spChg>
        <pc:spChg chg="add mod">
          <ac:chgData name="Nguyen, My" userId="b5fc429c-209d-4573-ad19-67cebecca44b" providerId="ADAL" clId="{99683B08-6D46-4EAA-9448-ACC45B4F32FB}" dt="2026-09-29T08:48:28.534" v="3564" actId="20577"/>
          <ac:spMkLst>
            <pc:docMk/>
            <pc:sldMk cId="180417624" sldId="258"/>
            <ac:spMk id="6" creationId="{7E1E615C-C963-D45D-2E83-C98883FCEE54}"/>
          </ac:spMkLst>
        </pc:spChg>
        <pc:spChg chg="add mod">
          <ac:chgData name="Nguyen, My" userId="b5fc429c-209d-4573-ad19-67cebecca44b" providerId="ADAL" clId="{99683B08-6D46-4EAA-9448-ACC45B4F32FB}" dt="2026-09-29T11:10:52.619" v="3930" actId="1076"/>
          <ac:spMkLst>
            <pc:docMk/>
            <pc:sldMk cId="180417624" sldId="258"/>
            <ac:spMk id="9" creationId="{F0C002FB-27B1-0DB4-2BA9-FB5E1E31C671}"/>
          </ac:spMkLst>
        </pc:spChg>
        <pc:spChg chg="mod">
          <ac:chgData name="Nguyen, My" userId="b5fc429c-209d-4573-ad19-67cebecca44b" providerId="ADAL" clId="{99683B08-6D46-4EAA-9448-ACC45B4F32FB}" dt="2026-09-29T08:44:00.102" v="3514" actId="165"/>
          <ac:spMkLst>
            <pc:docMk/>
            <pc:sldMk cId="180417624" sldId="258"/>
            <ac:spMk id="17" creationId="{8B22C795-2D7B-DC5E-5631-4483763A1336}"/>
          </ac:spMkLst>
        </pc:spChg>
        <pc:spChg chg="mod">
          <ac:chgData name="Nguyen, My" userId="b5fc429c-209d-4573-ad19-67cebecca44b" providerId="ADAL" clId="{99683B08-6D46-4EAA-9448-ACC45B4F32FB}" dt="2026-09-29T08:44:06.505" v="3515" actId="14100"/>
          <ac:spMkLst>
            <pc:docMk/>
            <pc:sldMk cId="180417624" sldId="258"/>
            <ac:spMk id="34" creationId="{32F9530C-8D83-07E4-7E5B-49AFC202235A}"/>
          </ac:spMkLst>
        </pc:spChg>
        <pc:spChg chg="mod">
          <ac:chgData name="Nguyen, My" userId="b5fc429c-209d-4573-ad19-67cebecca44b" providerId="ADAL" clId="{99683B08-6D46-4EAA-9448-ACC45B4F32FB}" dt="2026-09-07T02:00:09.558" v="2828"/>
          <ac:spMkLst>
            <pc:docMk/>
            <pc:sldMk cId="180417624" sldId="258"/>
            <ac:spMk id="35" creationId="{EB29DA5E-D226-B627-A1CD-341C0BB40FC0}"/>
          </ac:spMkLst>
        </pc:spChg>
        <pc:spChg chg="mod">
          <ac:chgData name="Nguyen, My" userId="b5fc429c-209d-4573-ad19-67cebecca44b" providerId="ADAL" clId="{99683B08-6D46-4EAA-9448-ACC45B4F32FB}" dt="2026-09-29T08:44:00.102" v="3514" actId="165"/>
          <ac:spMkLst>
            <pc:docMk/>
            <pc:sldMk cId="180417624" sldId="258"/>
            <ac:spMk id="37" creationId="{5E957E5E-A797-866A-A129-B0D944E5480D}"/>
          </ac:spMkLst>
        </pc:spChg>
        <pc:spChg chg="mod">
          <ac:chgData name="Nguyen, My" userId="b5fc429c-209d-4573-ad19-67cebecca44b" providerId="ADAL" clId="{99683B08-6D46-4EAA-9448-ACC45B4F32FB}" dt="2026-09-29T08:41:48.130" v="3425" actId="20577"/>
          <ac:spMkLst>
            <pc:docMk/>
            <pc:sldMk cId="180417624" sldId="258"/>
            <ac:spMk id="41" creationId="{2B2F5CCA-A836-9893-6387-52E3C3F7F4DC}"/>
          </ac:spMkLst>
        </pc:spChg>
        <pc:spChg chg="mod">
          <ac:chgData name="Nguyen, My" userId="b5fc429c-209d-4573-ad19-67cebecca44b" providerId="ADAL" clId="{99683B08-6D46-4EAA-9448-ACC45B4F32FB}" dt="2026-09-29T08:42:00.056" v="3426" actId="20577"/>
          <ac:spMkLst>
            <pc:docMk/>
            <pc:sldMk cId="180417624" sldId="258"/>
            <ac:spMk id="49" creationId="{6BE58605-FA1E-53B6-C4D0-1111A23E640F}"/>
          </ac:spMkLst>
        </pc:spChg>
        <pc:spChg chg="del mod">
          <ac:chgData name="Nguyen, My" userId="b5fc429c-209d-4573-ad19-67cebecca44b" providerId="ADAL" clId="{99683B08-6D46-4EAA-9448-ACC45B4F32FB}" dt="2026-09-29T08:42:12.162" v="3428" actId="478"/>
          <ac:spMkLst>
            <pc:docMk/>
            <pc:sldMk cId="180417624" sldId="258"/>
            <ac:spMk id="50" creationId="{934B59BA-8781-8B16-6E13-A43C0B7863C3}"/>
          </ac:spMkLst>
        </pc:spChg>
        <pc:spChg chg="mod">
          <ac:chgData name="Nguyen, My" userId="b5fc429c-209d-4573-ad19-67cebecca44b" providerId="ADAL" clId="{99683B08-6D46-4EAA-9448-ACC45B4F32FB}" dt="2026-09-29T09:00:00.270" v="3870" actId="14100"/>
          <ac:spMkLst>
            <pc:docMk/>
            <pc:sldMk cId="180417624" sldId="258"/>
            <ac:spMk id="52" creationId="{31533230-FABA-A104-04F7-43D183D0E89F}"/>
          </ac:spMkLst>
        </pc:spChg>
        <pc:spChg chg="mod">
          <ac:chgData name="Nguyen, My" userId="b5fc429c-209d-4573-ad19-67cebecca44b" providerId="ADAL" clId="{99683B08-6D46-4EAA-9448-ACC45B4F32FB}" dt="2026-09-29T08:44:00.102" v="3514" actId="165"/>
          <ac:spMkLst>
            <pc:docMk/>
            <pc:sldMk cId="180417624" sldId="258"/>
            <ac:spMk id="53" creationId="{0509B27B-DCD6-0BD5-4D0D-A63EABF781D3}"/>
          </ac:spMkLst>
        </pc:spChg>
        <pc:spChg chg="mod">
          <ac:chgData name="Nguyen, My" userId="b5fc429c-209d-4573-ad19-67cebecca44b" providerId="ADAL" clId="{99683B08-6D46-4EAA-9448-ACC45B4F32FB}" dt="2026-09-07T02:00:09.558" v="2828"/>
          <ac:spMkLst>
            <pc:docMk/>
            <pc:sldMk cId="180417624" sldId="258"/>
            <ac:spMk id="56" creationId="{04116E7B-21B2-BBC1-A48B-55593E38A5C8}"/>
          </ac:spMkLst>
        </pc:spChg>
        <pc:spChg chg="mod">
          <ac:chgData name="Nguyen, My" userId="b5fc429c-209d-4573-ad19-67cebecca44b" providerId="ADAL" clId="{99683B08-6D46-4EAA-9448-ACC45B4F32FB}" dt="2026-09-29T08:50:02.470" v="3643" actId="20577"/>
          <ac:spMkLst>
            <pc:docMk/>
            <pc:sldMk cId="180417624" sldId="258"/>
            <ac:spMk id="60" creationId="{82DA96E4-1606-A1ED-6F9E-E5749590ED64}"/>
          </ac:spMkLst>
        </pc:spChg>
        <pc:spChg chg="mod">
          <ac:chgData name="Nguyen, My" userId="b5fc429c-209d-4573-ad19-67cebecca44b" providerId="ADAL" clId="{99683B08-6D46-4EAA-9448-ACC45B4F32FB}" dt="2026-09-07T02:00:09.558" v="2828"/>
          <ac:spMkLst>
            <pc:docMk/>
            <pc:sldMk cId="180417624" sldId="258"/>
            <ac:spMk id="61" creationId="{AD836B23-194D-D3E2-FD69-F9AE81FB3472}"/>
          </ac:spMkLst>
        </pc:spChg>
        <pc:spChg chg="mod">
          <ac:chgData name="Nguyen, My" userId="b5fc429c-209d-4573-ad19-67cebecca44b" providerId="ADAL" clId="{99683B08-6D46-4EAA-9448-ACC45B4F32FB}" dt="2026-09-29T09:00:03.429" v="3871" actId="1076"/>
          <ac:spMkLst>
            <pc:docMk/>
            <pc:sldMk cId="180417624" sldId="258"/>
            <ac:spMk id="62" creationId="{BF6F7982-6A17-E4D6-C5C6-3B4F2210F067}"/>
          </ac:spMkLst>
        </pc:spChg>
        <pc:spChg chg="mod">
          <ac:chgData name="Nguyen, My" userId="b5fc429c-209d-4573-ad19-67cebecca44b" providerId="ADAL" clId="{99683B08-6D46-4EAA-9448-ACC45B4F32FB}" dt="2026-09-29T11:06:56.617" v="3878" actId="14100"/>
          <ac:spMkLst>
            <pc:docMk/>
            <pc:sldMk cId="180417624" sldId="258"/>
            <ac:spMk id="64" creationId="{541A3339-7195-C3DB-9675-B398038FE9CF}"/>
          </ac:spMkLst>
        </pc:spChg>
        <pc:spChg chg="mod">
          <ac:chgData name="Nguyen, My" userId="b5fc429c-209d-4573-ad19-67cebecca44b" providerId="ADAL" clId="{99683B08-6D46-4EAA-9448-ACC45B4F32FB}" dt="2026-09-29T08:44:00.102" v="3514" actId="165"/>
          <ac:spMkLst>
            <pc:docMk/>
            <pc:sldMk cId="180417624" sldId="258"/>
            <ac:spMk id="66" creationId="{C1C3A97E-3040-2805-0C3A-76E0FD7B019D}"/>
          </ac:spMkLst>
        </pc:spChg>
        <pc:spChg chg="mod">
          <ac:chgData name="Nguyen, My" userId="b5fc429c-209d-4573-ad19-67cebecca44b" providerId="ADAL" clId="{99683B08-6D46-4EAA-9448-ACC45B4F32FB}" dt="2026-09-07T02:00:09.558" v="2828"/>
          <ac:spMkLst>
            <pc:docMk/>
            <pc:sldMk cId="180417624" sldId="258"/>
            <ac:spMk id="67" creationId="{2583F0AE-F3DC-C62E-0AC6-61CF8828EB7D}"/>
          </ac:spMkLst>
        </pc:spChg>
        <pc:spChg chg="mod">
          <ac:chgData name="Nguyen, My" userId="b5fc429c-209d-4573-ad19-67cebecca44b" providerId="ADAL" clId="{99683B08-6D46-4EAA-9448-ACC45B4F32FB}" dt="2026-09-29T11:06:27.521" v="3873" actId="20577"/>
          <ac:spMkLst>
            <pc:docMk/>
            <pc:sldMk cId="180417624" sldId="258"/>
            <ac:spMk id="69" creationId="{732FACF4-6CFF-00CE-6E8B-40A8AF11E2F2}"/>
          </ac:spMkLst>
        </pc:spChg>
        <pc:spChg chg="add del mod">
          <ac:chgData name="Nguyen, My" userId="b5fc429c-209d-4573-ad19-67cebecca44b" providerId="ADAL" clId="{99683B08-6D46-4EAA-9448-ACC45B4F32FB}" dt="2026-09-29T08:59:39.663" v="3867" actId="478"/>
          <ac:spMkLst>
            <pc:docMk/>
            <pc:sldMk cId="180417624" sldId="258"/>
            <ac:spMk id="70" creationId="{B0994BE8-38EF-61AA-4B96-BC5406346471}"/>
          </ac:spMkLst>
        </pc:spChg>
        <pc:spChg chg="mod">
          <ac:chgData name="Nguyen, My" userId="b5fc429c-209d-4573-ad19-67cebecca44b" providerId="ADAL" clId="{99683B08-6D46-4EAA-9448-ACC45B4F32FB}" dt="2026-09-29T11:40:29.232" v="4018" actId="1076"/>
          <ac:spMkLst>
            <pc:docMk/>
            <pc:sldMk cId="180417624" sldId="258"/>
            <ac:spMk id="72" creationId="{48CC9A91-DB4D-66A4-58B0-896F9BB39B36}"/>
          </ac:spMkLst>
        </pc:spChg>
        <pc:spChg chg="mod">
          <ac:chgData name="Nguyen, My" userId="b5fc429c-209d-4573-ad19-67cebecca44b" providerId="ADAL" clId="{99683B08-6D46-4EAA-9448-ACC45B4F32FB}" dt="2026-09-29T11:09:38.664" v="3920"/>
          <ac:spMkLst>
            <pc:docMk/>
            <pc:sldMk cId="180417624" sldId="258"/>
            <ac:spMk id="73" creationId="{4B5C0E77-FA8C-2754-5512-33A0D90A073C}"/>
          </ac:spMkLst>
        </pc:spChg>
        <pc:spChg chg="mod">
          <ac:chgData name="Nguyen, My" userId="b5fc429c-209d-4573-ad19-67cebecca44b" providerId="ADAL" clId="{99683B08-6D46-4EAA-9448-ACC45B4F32FB}" dt="2026-09-29T11:09:38.664" v="3920"/>
          <ac:spMkLst>
            <pc:docMk/>
            <pc:sldMk cId="180417624" sldId="258"/>
            <ac:spMk id="74" creationId="{99F64ACB-CC21-682D-6A25-18932FE73FAC}"/>
          </ac:spMkLst>
        </pc:spChg>
        <pc:spChg chg="mod">
          <ac:chgData name="Nguyen, My" userId="b5fc429c-209d-4573-ad19-67cebecca44b" providerId="ADAL" clId="{99683B08-6D46-4EAA-9448-ACC45B4F32FB}" dt="2026-09-29T11:09:38.664" v="3920"/>
          <ac:spMkLst>
            <pc:docMk/>
            <pc:sldMk cId="180417624" sldId="258"/>
            <ac:spMk id="75" creationId="{05D81626-61F0-FA69-A064-725ED0D24608}"/>
          </ac:spMkLst>
        </pc:spChg>
        <pc:spChg chg="mod">
          <ac:chgData name="Nguyen, My" userId="b5fc429c-209d-4573-ad19-67cebecca44b" providerId="ADAL" clId="{99683B08-6D46-4EAA-9448-ACC45B4F32FB}" dt="2026-09-29T11:40:23.753" v="4016" actId="1076"/>
          <ac:spMkLst>
            <pc:docMk/>
            <pc:sldMk cId="180417624" sldId="258"/>
            <ac:spMk id="77" creationId="{D7D296C6-204B-4A57-DF80-894D43A8ADFF}"/>
          </ac:spMkLst>
        </pc:spChg>
        <pc:spChg chg="mod">
          <ac:chgData name="Nguyen, My" userId="b5fc429c-209d-4573-ad19-67cebecca44b" providerId="ADAL" clId="{99683B08-6D46-4EAA-9448-ACC45B4F32FB}" dt="2026-09-30T02:33:05.388" v="6699" actId="20577"/>
          <ac:spMkLst>
            <pc:docMk/>
            <pc:sldMk cId="180417624" sldId="258"/>
            <ac:spMk id="78" creationId="{A4904CAD-FE2D-12B6-5EE3-B96FF92F9B9A}"/>
          </ac:spMkLst>
        </pc:spChg>
        <pc:spChg chg="mod">
          <ac:chgData name="Nguyen, My" userId="b5fc429c-209d-4573-ad19-67cebecca44b" providerId="ADAL" clId="{99683B08-6D46-4EAA-9448-ACC45B4F32FB}" dt="2026-09-29T14:26:05.700" v="4397" actId="14100"/>
          <ac:spMkLst>
            <pc:docMk/>
            <pc:sldMk cId="180417624" sldId="258"/>
            <ac:spMk id="90" creationId="{E8B5986F-0B4B-B36F-37C5-3FCAD233B2F0}"/>
          </ac:spMkLst>
        </pc:spChg>
        <pc:spChg chg="mod">
          <ac:chgData name="Nguyen, My" userId="b5fc429c-209d-4573-ad19-67cebecca44b" providerId="ADAL" clId="{99683B08-6D46-4EAA-9448-ACC45B4F32FB}" dt="2026-09-29T03:51:14.062" v="3081" actId="207"/>
          <ac:spMkLst>
            <pc:docMk/>
            <pc:sldMk cId="180417624" sldId="258"/>
            <ac:spMk id="91" creationId="{0243B768-C836-1E20-D9D0-0605EB25C65B}"/>
          </ac:spMkLst>
        </pc:spChg>
        <pc:spChg chg="mod">
          <ac:chgData name="Nguyen, My" userId="b5fc429c-209d-4573-ad19-67cebecca44b" providerId="ADAL" clId="{99683B08-6D46-4EAA-9448-ACC45B4F32FB}" dt="2026-09-29T14:26:01.637" v="4396" actId="1076"/>
          <ac:spMkLst>
            <pc:docMk/>
            <pc:sldMk cId="180417624" sldId="258"/>
            <ac:spMk id="92" creationId="{DF54B075-B43A-7E51-E607-DB2E7CACB5DC}"/>
          </ac:spMkLst>
        </pc:spChg>
        <pc:spChg chg="mod">
          <ac:chgData name="Nguyen, My" userId="b5fc429c-209d-4573-ad19-67cebecca44b" providerId="ADAL" clId="{99683B08-6D46-4EAA-9448-ACC45B4F32FB}" dt="2026-09-29T14:25:55.540" v="4395" actId="20577"/>
          <ac:spMkLst>
            <pc:docMk/>
            <pc:sldMk cId="180417624" sldId="258"/>
            <ac:spMk id="93" creationId="{8444A429-C285-D7A9-DCB0-826A221556EA}"/>
          </ac:spMkLst>
        </pc:spChg>
        <pc:spChg chg="mod">
          <ac:chgData name="Nguyen, My" userId="b5fc429c-209d-4573-ad19-67cebecca44b" providerId="ADAL" clId="{99683B08-6D46-4EAA-9448-ACC45B4F32FB}" dt="2026-09-29T03:51:17.248" v="3082" actId="1076"/>
          <ac:spMkLst>
            <pc:docMk/>
            <pc:sldMk cId="180417624" sldId="258"/>
            <ac:spMk id="94" creationId="{AD698188-07F1-97C1-7E58-F1BF29B05005}"/>
          </ac:spMkLst>
        </pc:spChg>
        <pc:spChg chg="mod">
          <ac:chgData name="Nguyen, My" userId="b5fc429c-209d-4573-ad19-67cebecca44b" providerId="ADAL" clId="{99683B08-6D46-4EAA-9448-ACC45B4F32FB}" dt="2026-09-30T01:19:06.643" v="4431" actId="20577"/>
          <ac:spMkLst>
            <pc:docMk/>
            <pc:sldMk cId="180417624" sldId="258"/>
            <ac:spMk id="95" creationId="{3E6D83B1-2154-1B92-E252-53D0781D3DF8}"/>
          </ac:spMkLst>
        </pc:spChg>
        <pc:grpChg chg="add mod">
          <ac:chgData name="Nguyen, My" userId="b5fc429c-209d-4573-ad19-67cebecca44b" providerId="ADAL" clId="{99683B08-6D46-4EAA-9448-ACC45B4F32FB}" dt="2026-09-29T08:44:29.231" v="3519" actId="164"/>
          <ac:grpSpMkLst>
            <pc:docMk/>
            <pc:sldMk cId="180417624" sldId="258"/>
            <ac:grpSpMk id="7" creationId="{50570553-B10A-6F7B-F8EA-61EC7ACF9036}"/>
          </ac:grpSpMkLst>
        </pc:grpChg>
        <pc:grpChg chg="add mod">
          <ac:chgData name="Nguyen, My" userId="b5fc429c-209d-4573-ad19-67cebecca44b" providerId="ADAL" clId="{99683B08-6D46-4EAA-9448-ACC45B4F32FB}" dt="2026-09-30T01:27:23.349" v="4462" actId="1076"/>
          <ac:grpSpMkLst>
            <pc:docMk/>
            <pc:sldMk cId="180417624" sldId="258"/>
            <ac:grpSpMk id="10" creationId="{9C3671A7-AE46-EEE7-411F-FD84E0980490}"/>
          </ac:grpSpMkLst>
        </pc:grpChg>
        <pc:grpChg chg="mod">
          <ac:chgData name="Nguyen, My" userId="b5fc429c-209d-4573-ad19-67cebecca44b" providerId="ADAL" clId="{99683B08-6D46-4EAA-9448-ACC45B4F32FB}" dt="2026-09-29T11:09:38.664" v="3920"/>
          <ac:grpSpMkLst>
            <pc:docMk/>
            <pc:sldMk cId="180417624" sldId="258"/>
            <ac:grpSpMk id="71" creationId="{F46A534A-2C3F-47FE-F9E8-F1B7DB6EDC23}"/>
          </ac:grpSpMkLst>
        </pc:grpChg>
        <pc:grpChg chg="mod">
          <ac:chgData name="Nguyen, My" userId="b5fc429c-209d-4573-ad19-67cebecca44b" providerId="ADAL" clId="{99683B08-6D46-4EAA-9448-ACC45B4F32FB}" dt="2026-09-29T08:44:15.564" v="3516" actId="1076"/>
          <ac:grpSpMkLst>
            <pc:docMk/>
            <pc:sldMk cId="180417624" sldId="258"/>
            <ac:grpSpMk id="79" creationId="{E0A84940-4CBA-3E9E-0B5E-D7B420D878AA}"/>
          </ac:grpSpMkLst>
        </pc:grpChg>
        <pc:grpChg chg="mod">
          <ac:chgData name="Nguyen, My" userId="b5fc429c-209d-4573-ad19-67cebecca44b" providerId="ADAL" clId="{99683B08-6D46-4EAA-9448-ACC45B4F32FB}" dt="2026-09-29T08:44:29.231" v="3519" actId="164"/>
          <ac:grpSpMkLst>
            <pc:docMk/>
            <pc:sldMk cId="180417624" sldId="258"/>
            <ac:grpSpMk id="80" creationId="{852E70D3-57DD-408A-3C18-1143BC39DB68}"/>
          </ac:grpSpMkLst>
        </pc:grpChg>
        <pc:grpChg chg="mod">
          <ac:chgData name="Nguyen, My" userId="b5fc429c-209d-4573-ad19-67cebecca44b" providerId="ADAL" clId="{99683B08-6D46-4EAA-9448-ACC45B4F32FB}" dt="2026-09-29T08:48:37.091" v="3565" actId="1076"/>
          <ac:grpSpMkLst>
            <pc:docMk/>
            <pc:sldMk cId="180417624" sldId="258"/>
            <ac:grpSpMk id="81" creationId="{D5B92338-B780-8FAE-F48A-E9C5682483A0}"/>
          </ac:grpSpMkLst>
        </pc:grpChg>
        <pc:grpChg chg="mod">
          <ac:chgData name="Nguyen, My" userId="b5fc429c-209d-4573-ad19-67cebecca44b" providerId="ADAL" clId="{99683B08-6D46-4EAA-9448-ACC45B4F32FB}" dt="2026-09-29T11:09:38.664" v="3920"/>
          <ac:grpSpMkLst>
            <pc:docMk/>
            <pc:sldMk cId="180417624" sldId="258"/>
            <ac:grpSpMk id="83" creationId="{1FC073E0-D155-55FB-9E24-0BA3E83BD5C9}"/>
          </ac:grpSpMkLst>
        </pc:grpChg>
        <pc:grpChg chg="mod">
          <ac:chgData name="Nguyen, My" userId="b5fc429c-209d-4573-ad19-67cebecca44b" providerId="ADAL" clId="{99683B08-6D46-4EAA-9448-ACC45B4F32FB}" dt="2026-09-29T11:09:38.664" v="3920"/>
          <ac:grpSpMkLst>
            <pc:docMk/>
            <pc:sldMk cId="180417624" sldId="258"/>
            <ac:grpSpMk id="85" creationId="{FDC45E36-4443-3D10-2665-95E27F1DB00E}"/>
          </ac:grpSpMkLst>
        </pc:grpChg>
        <pc:grpChg chg="mod">
          <ac:chgData name="Nguyen, My" userId="b5fc429c-209d-4573-ad19-67cebecca44b" providerId="ADAL" clId="{99683B08-6D46-4EAA-9448-ACC45B4F32FB}" dt="2026-09-29T09:00:09.640" v="3872" actId="164"/>
          <ac:grpSpMkLst>
            <pc:docMk/>
            <pc:sldMk cId="180417624" sldId="258"/>
            <ac:grpSpMk id="86" creationId="{412B006C-1CCF-BAC0-E1DD-D24AFEE88FC7}"/>
          </ac:grpSpMkLst>
        </pc:grpChg>
        <pc:grpChg chg="mod">
          <ac:chgData name="Nguyen, My" userId="b5fc429c-209d-4573-ad19-67cebecca44b" providerId="ADAL" clId="{99683B08-6D46-4EAA-9448-ACC45B4F32FB}" dt="2026-09-29T08:40:25.246" v="3414" actId="1076"/>
          <ac:grpSpMkLst>
            <pc:docMk/>
            <pc:sldMk cId="180417624" sldId="258"/>
            <ac:grpSpMk id="87" creationId="{E6E00112-DF3A-5313-E5E8-2FAD053065A5}"/>
          </ac:grpSpMkLst>
        </pc:grpChg>
        <pc:grpChg chg="mod">
          <ac:chgData name="Nguyen, My" userId="b5fc429c-209d-4573-ad19-67cebecca44b" providerId="ADAL" clId="{99683B08-6D46-4EAA-9448-ACC45B4F32FB}" dt="2026-09-07T02:00:53.775" v="2846" actId="14100"/>
          <ac:grpSpMkLst>
            <pc:docMk/>
            <pc:sldMk cId="180417624" sldId="258"/>
            <ac:grpSpMk id="97" creationId="{7520634A-9FEE-AC07-EEE0-88261DD82C0B}"/>
          </ac:grpSpMkLst>
        </pc:grpChg>
        <pc:grpChg chg="mod">
          <ac:chgData name="Nguyen, My" userId="b5fc429c-209d-4573-ad19-67cebecca44b" providerId="ADAL" clId="{99683B08-6D46-4EAA-9448-ACC45B4F32FB}" dt="2026-09-29T08:38:48.966" v="3389" actId="1076"/>
          <ac:grpSpMkLst>
            <pc:docMk/>
            <pc:sldMk cId="180417624" sldId="258"/>
            <ac:grpSpMk id="98" creationId="{C2B23D36-DB63-D511-4636-CFCAEC496FBA}"/>
          </ac:grpSpMkLst>
        </pc:grpChg>
        <pc:picChg chg="mod">
          <ac:chgData name="Nguyen, My" userId="b5fc429c-209d-4573-ad19-67cebecca44b" providerId="ADAL" clId="{99683B08-6D46-4EAA-9448-ACC45B4F32FB}" dt="2026-09-30T01:27:26.492" v="4463" actId="1076"/>
          <ac:picMkLst>
            <pc:docMk/>
            <pc:sldMk cId="180417624" sldId="258"/>
            <ac:picMk id="68" creationId="{C0278E55-A770-D3BA-149C-3FC4B9F39D5D}"/>
          </ac:picMkLst>
        </pc:picChg>
        <pc:picChg chg="mod">
          <ac:chgData name="Nguyen, My" userId="b5fc429c-209d-4573-ad19-67cebecca44b" providerId="ADAL" clId="{99683B08-6D46-4EAA-9448-ACC45B4F32FB}" dt="2026-09-29T11:09:38.664" v="3920"/>
          <ac:picMkLst>
            <pc:docMk/>
            <pc:sldMk cId="180417624" sldId="258"/>
            <ac:picMk id="76" creationId="{6C30819C-79C0-8C92-D3AB-EB6C04678705}"/>
          </ac:picMkLst>
        </pc:picChg>
      </pc:sldChg>
      <pc:sldChg chg="addSp modSp add mod ord">
        <pc:chgData name="Nguyen, My" userId="b5fc429c-209d-4573-ad19-67cebecca44b" providerId="ADAL" clId="{99683B08-6D46-4EAA-9448-ACC45B4F32FB}" dt="2026-09-30T02:35:49.172" v="6715" actId="255"/>
        <pc:sldMkLst>
          <pc:docMk/>
          <pc:sldMk cId="684494597" sldId="337"/>
        </pc:sldMkLst>
        <pc:spChg chg="mod">
          <ac:chgData name="Nguyen, My" userId="b5fc429c-209d-4573-ad19-67cebecca44b" providerId="ADAL" clId="{99683B08-6D46-4EAA-9448-ACC45B4F32FB}" dt="2026-09-29T08:17:07.546" v="3274" actId="20577"/>
          <ac:spMkLst>
            <pc:docMk/>
            <pc:sldMk cId="684494597" sldId="337"/>
            <ac:spMk id="3" creationId="{B20B8176-DFCF-3E23-98F0-81FF7B81F81C}"/>
          </ac:spMkLst>
        </pc:spChg>
        <pc:spChg chg="add mod">
          <ac:chgData name="Nguyen, My" userId="b5fc429c-209d-4573-ad19-67cebecca44b" providerId="ADAL" clId="{99683B08-6D46-4EAA-9448-ACC45B4F32FB}" dt="2026-09-30T02:35:49.172" v="6715" actId="255"/>
          <ac:spMkLst>
            <pc:docMk/>
            <pc:sldMk cId="684494597" sldId="337"/>
            <ac:spMk id="4" creationId="{AE40B5C8-9CB2-5609-62FB-68FBF11BBEC2}"/>
          </ac:spMkLst>
        </pc:spChg>
      </pc:sldChg>
      <pc:sldChg chg="addSp delSp modSp add del mod modNotesTx">
        <pc:chgData name="Nguyen, My" userId="b5fc429c-209d-4573-ad19-67cebecca44b" providerId="ADAL" clId="{99683B08-6D46-4EAA-9448-ACC45B4F32FB}" dt="2026-09-30T02:29:07.860" v="6648" actId="47"/>
        <pc:sldMkLst>
          <pc:docMk/>
          <pc:sldMk cId="1474352977" sldId="338"/>
        </pc:sldMkLst>
        <pc:spChg chg="mod">
          <ac:chgData name="Nguyen, My" userId="b5fc429c-209d-4573-ad19-67cebecca44b" providerId="ADAL" clId="{99683B08-6D46-4EAA-9448-ACC45B4F32FB}" dt="2026-09-30T01:24:25.244" v="4453" actId="20577"/>
          <ac:spMkLst>
            <pc:docMk/>
            <pc:sldMk cId="1474352977" sldId="338"/>
            <ac:spMk id="16" creationId="{1412EC98-14BF-2020-6089-B7C4DBA7ACCD}"/>
          </ac:spMkLst>
        </pc:spChg>
        <pc:spChg chg="mod">
          <ac:chgData name="Nguyen, My" userId="b5fc429c-209d-4573-ad19-67cebecca44b" providerId="ADAL" clId="{99683B08-6D46-4EAA-9448-ACC45B4F32FB}" dt="2026-09-30T01:20:52.615" v="4439" actId="20577"/>
          <ac:spMkLst>
            <pc:docMk/>
            <pc:sldMk cId="1474352977" sldId="338"/>
            <ac:spMk id="25" creationId="{92B63042-6635-672E-99CA-DB54F745BE82}"/>
          </ac:spMkLst>
        </pc:spChg>
      </pc:sldChg>
      <pc:sldChg chg="addSp delSp modSp new add del mod">
        <pc:chgData name="Nguyen, My" userId="b5fc429c-209d-4573-ad19-67cebecca44b" providerId="ADAL" clId="{99683B08-6D46-4EAA-9448-ACC45B4F32FB}" dt="2026-09-30T02:53:08.282" v="6716" actId="20577"/>
        <pc:sldMkLst>
          <pc:docMk/>
          <pc:sldMk cId="39786456" sldId="339"/>
        </pc:sldMkLst>
        <pc:spChg chg="add mod">
          <ac:chgData name="Nguyen, My" userId="b5fc429c-209d-4573-ad19-67cebecca44b" providerId="ADAL" clId="{99683B08-6D46-4EAA-9448-ACC45B4F32FB}" dt="2026-09-30T01:26:54.483" v="4457" actId="255"/>
          <ac:spMkLst>
            <pc:docMk/>
            <pc:sldMk cId="39786456" sldId="339"/>
            <ac:spMk id="3" creationId="{3B505C0E-2E7F-0140-5B30-1494694215F1}"/>
          </ac:spMkLst>
        </pc:spChg>
        <pc:spChg chg="add mod">
          <ac:chgData name="Nguyen, My" userId="b5fc429c-209d-4573-ad19-67cebecca44b" providerId="ADAL" clId="{99683B08-6D46-4EAA-9448-ACC45B4F32FB}" dt="2026-09-30T02:33:33.735" v="6703" actId="164"/>
          <ac:spMkLst>
            <pc:docMk/>
            <pc:sldMk cId="39786456" sldId="339"/>
            <ac:spMk id="4" creationId="{B8F2DA41-8C41-545A-2202-84E5083D2E76}"/>
          </ac:spMkLst>
        </pc:spChg>
        <pc:spChg chg="add mod">
          <ac:chgData name="Nguyen, My" userId="b5fc429c-209d-4573-ad19-67cebecca44b" providerId="ADAL" clId="{99683B08-6D46-4EAA-9448-ACC45B4F32FB}" dt="2026-09-30T02:33:43.799" v="6705" actId="164"/>
          <ac:spMkLst>
            <pc:docMk/>
            <pc:sldMk cId="39786456" sldId="339"/>
            <ac:spMk id="6" creationId="{895E8663-5970-AE77-B633-5CA4CAC5F6F6}"/>
          </ac:spMkLst>
        </pc:spChg>
        <pc:spChg chg="add mod">
          <ac:chgData name="Nguyen, My" userId="b5fc429c-209d-4573-ad19-67cebecca44b" providerId="ADAL" clId="{99683B08-6D46-4EAA-9448-ACC45B4F32FB}" dt="2026-09-30T02:33:56.325" v="6708" actId="164"/>
          <ac:spMkLst>
            <pc:docMk/>
            <pc:sldMk cId="39786456" sldId="339"/>
            <ac:spMk id="8" creationId="{95C0B129-BE04-568B-9716-781F4FEB29F9}"/>
          </ac:spMkLst>
        </pc:spChg>
        <pc:spChg chg="add mod">
          <ac:chgData name="Nguyen, My" userId="b5fc429c-209d-4573-ad19-67cebecca44b" providerId="ADAL" clId="{99683B08-6D46-4EAA-9448-ACC45B4F32FB}" dt="2026-09-30T02:34:13.155" v="6712" actId="164"/>
          <ac:spMkLst>
            <pc:docMk/>
            <pc:sldMk cId="39786456" sldId="339"/>
            <ac:spMk id="10" creationId="{B6CEC912-D2C6-3523-B729-392400FC79C7}"/>
          </ac:spMkLst>
        </pc:spChg>
        <pc:spChg chg="add del mod">
          <ac:chgData name="Nguyen, My" userId="b5fc429c-209d-4573-ad19-67cebecca44b" providerId="ADAL" clId="{99683B08-6D46-4EAA-9448-ACC45B4F32FB}" dt="2026-09-30T01:28:41.155" v="4483" actId="478"/>
          <ac:spMkLst>
            <pc:docMk/>
            <pc:sldMk cId="39786456" sldId="339"/>
            <ac:spMk id="11" creationId="{328B0725-7A4E-3AE4-E421-BFD6DCDD052C}"/>
          </ac:spMkLst>
        </pc:spChg>
        <pc:spChg chg="add mod">
          <ac:chgData name="Nguyen, My" userId="b5fc429c-209d-4573-ad19-67cebecca44b" providerId="ADAL" clId="{99683B08-6D46-4EAA-9448-ACC45B4F32FB}" dt="2026-09-30T02:33:33.735" v="6703" actId="164"/>
          <ac:spMkLst>
            <pc:docMk/>
            <pc:sldMk cId="39786456" sldId="339"/>
            <ac:spMk id="13" creationId="{DB7C3998-1B99-01BD-D39D-A26532898EB5}"/>
          </ac:spMkLst>
        </pc:spChg>
        <pc:spChg chg="add mod">
          <ac:chgData name="Nguyen, My" userId="b5fc429c-209d-4573-ad19-67cebecca44b" providerId="ADAL" clId="{99683B08-6D46-4EAA-9448-ACC45B4F32FB}" dt="2026-09-30T01:54:34.116" v="5059" actId="164"/>
          <ac:spMkLst>
            <pc:docMk/>
            <pc:sldMk cId="39786456" sldId="339"/>
            <ac:spMk id="14" creationId="{CBE0ED62-DFA6-6E41-B439-94FF08070F99}"/>
          </ac:spMkLst>
        </pc:spChg>
        <pc:spChg chg="add mod">
          <ac:chgData name="Nguyen, My" userId="b5fc429c-209d-4573-ad19-67cebecca44b" providerId="ADAL" clId="{99683B08-6D46-4EAA-9448-ACC45B4F32FB}" dt="2026-09-30T01:54:34.116" v="5059" actId="164"/>
          <ac:spMkLst>
            <pc:docMk/>
            <pc:sldMk cId="39786456" sldId="339"/>
            <ac:spMk id="16" creationId="{8814EBCC-7C41-A68C-9F7E-09A14E437A48}"/>
          </ac:spMkLst>
        </pc:spChg>
        <pc:spChg chg="add mod">
          <ac:chgData name="Nguyen, My" userId="b5fc429c-209d-4573-ad19-67cebecca44b" providerId="ADAL" clId="{99683B08-6D46-4EAA-9448-ACC45B4F32FB}" dt="2026-09-30T02:26:04.744" v="6411" actId="123"/>
          <ac:spMkLst>
            <pc:docMk/>
            <pc:sldMk cId="39786456" sldId="339"/>
            <ac:spMk id="18" creationId="{01684DF6-1628-2E6A-7EF6-436EE1B24AFC}"/>
          </ac:spMkLst>
        </pc:spChg>
        <pc:spChg chg="add mod">
          <ac:chgData name="Nguyen, My" userId="b5fc429c-209d-4573-ad19-67cebecca44b" providerId="ADAL" clId="{99683B08-6D46-4EAA-9448-ACC45B4F32FB}" dt="2026-09-30T01:55:51.793" v="5095" actId="20577"/>
          <ac:spMkLst>
            <pc:docMk/>
            <pc:sldMk cId="39786456" sldId="339"/>
            <ac:spMk id="21" creationId="{4A0CF35A-8A30-D47A-18D9-105B7F592B86}"/>
          </ac:spMkLst>
        </pc:spChg>
        <pc:spChg chg="add mod">
          <ac:chgData name="Nguyen, My" userId="b5fc429c-209d-4573-ad19-67cebecca44b" providerId="ADAL" clId="{99683B08-6D46-4EAA-9448-ACC45B4F32FB}" dt="2026-09-30T02:53:08.282" v="6716" actId="20577"/>
          <ac:spMkLst>
            <pc:docMk/>
            <pc:sldMk cId="39786456" sldId="339"/>
            <ac:spMk id="23" creationId="{8CD6B11B-EEAE-7386-CF24-C5BA2CDF8319}"/>
          </ac:spMkLst>
        </pc:spChg>
        <pc:spChg chg="mod">
          <ac:chgData name="Nguyen, My" userId="b5fc429c-209d-4573-ad19-67cebecca44b" providerId="ADAL" clId="{99683B08-6D46-4EAA-9448-ACC45B4F32FB}" dt="2026-09-30T02:07:36.677" v="5151"/>
          <ac:spMkLst>
            <pc:docMk/>
            <pc:sldMk cId="39786456" sldId="339"/>
            <ac:spMk id="25" creationId="{E89C6B59-4B72-0721-028E-FBFB7C9CFF1B}"/>
          </ac:spMkLst>
        </pc:spChg>
        <pc:spChg chg="mod">
          <ac:chgData name="Nguyen, My" userId="b5fc429c-209d-4573-ad19-67cebecca44b" providerId="ADAL" clId="{99683B08-6D46-4EAA-9448-ACC45B4F32FB}" dt="2026-09-30T02:23:25.929" v="6356" actId="1076"/>
          <ac:spMkLst>
            <pc:docMk/>
            <pc:sldMk cId="39786456" sldId="339"/>
            <ac:spMk id="26" creationId="{B7025C7E-42A2-1AF6-A763-CD2B74E35E05}"/>
          </ac:spMkLst>
        </pc:spChg>
        <pc:spChg chg="mod">
          <ac:chgData name="Nguyen, My" userId="b5fc429c-209d-4573-ad19-67cebecca44b" providerId="ADAL" clId="{99683B08-6D46-4EAA-9448-ACC45B4F32FB}" dt="2026-09-30T02:26:32.137" v="6418" actId="113"/>
          <ac:spMkLst>
            <pc:docMk/>
            <pc:sldMk cId="39786456" sldId="339"/>
            <ac:spMk id="27" creationId="{F5ABB76B-BB80-9CB9-50BC-300480A3FF7A}"/>
          </ac:spMkLst>
        </pc:spChg>
        <pc:spChg chg="add mod">
          <ac:chgData name="Nguyen, My" userId="b5fc429c-209d-4573-ad19-67cebecca44b" providerId="ADAL" clId="{99683B08-6D46-4EAA-9448-ACC45B4F32FB}" dt="2026-09-30T02:33:56.325" v="6708" actId="164"/>
          <ac:spMkLst>
            <pc:docMk/>
            <pc:sldMk cId="39786456" sldId="339"/>
            <ac:spMk id="29" creationId="{FEFC77B2-8DDC-8AB2-1851-C393482AC111}"/>
          </ac:spMkLst>
        </pc:spChg>
        <pc:spChg chg="mod">
          <ac:chgData name="Nguyen, My" userId="b5fc429c-209d-4573-ad19-67cebecca44b" providerId="ADAL" clId="{99683B08-6D46-4EAA-9448-ACC45B4F32FB}" dt="2026-09-30T02:18:17.090" v="5903"/>
          <ac:spMkLst>
            <pc:docMk/>
            <pc:sldMk cId="39786456" sldId="339"/>
            <ac:spMk id="31" creationId="{9A2274F7-1A99-9AFC-AAF5-971C19098CFA}"/>
          </ac:spMkLst>
        </pc:spChg>
        <pc:spChg chg="mod">
          <ac:chgData name="Nguyen, My" userId="b5fc429c-209d-4573-ad19-67cebecca44b" providerId="ADAL" clId="{99683B08-6D46-4EAA-9448-ACC45B4F32FB}" dt="2026-09-30T02:19:15.108" v="5906" actId="20577"/>
          <ac:spMkLst>
            <pc:docMk/>
            <pc:sldMk cId="39786456" sldId="339"/>
            <ac:spMk id="32" creationId="{A4AEEE00-A2A5-0EB7-86AE-E353890E55BB}"/>
          </ac:spMkLst>
        </pc:spChg>
        <pc:spChg chg="mod">
          <ac:chgData name="Nguyen, My" userId="b5fc429c-209d-4573-ad19-67cebecca44b" providerId="ADAL" clId="{99683B08-6D46-4EAA-9448-ACC45B4F32FB}" dt="2026-09-30T02:26:07.996" v="6412" actId="123"/>
          <ac:spMkLst>
            <pc:docMk/>
            <pc:sldMk cId="39786456" sldId="339"/>
            <ac:spMk id="33" creationId="{4F646BE3-1536-DC43-984C-4AFE485E7CF5}"/>
          </ac:spMkLst>
        </pc:spChg>
        <pc:spChg chg="add mod">
          <ac:chgData name="Nguyen, My" userId="b5fc429c-209d-4573-ad19-67cebecca44b" providerId="ADAL" clId="{99683B08-6D46-4EAA-9448-ACC45B4F32FB}" dt="2026-09-30T02:34:13.155" v="6712" actId="164"/>
          <ac:spMkLst>
            <pc:docMk/>
            <pc:sldMk cId="39786456" sldId="339"/>
            <ac:spMk id="35" creationId="{222607C8-1C8B-8978-D7B6-9C62DFB48FC5}"/>
          </ac:spMkLst>
        </pc:spChg>
        <pc:spChg chg="mod">
          <ac:chgData name="Nguyen, My" userId="b5fc429c-209d-4573-ad19-67cebecca44b" providerId="ADAL" clId="{99683B08-6D46-4EAA-9448-ACC45B4F32FB}" dt="2026-09-30T02:25:33.084" v="6370"/>
          <ac:spMkLst>
            <pc:docMk/>
            <pc:sldMk cId="39786456" sldId="339"/>
            <ac:spMk id="37" creationId="{DC353354-4922-CAA3-812B-666D59F2ABD5}"/>
          </ac:spMkLst>
        </pc:spChg>
        <pc:spChg chg="mod">
          <ac:chgData name="Nguyen, My" userId="b5fc429c-209d-4573-ad19-67cebecca44b" providerId="ADAL" clId="{99683B08-6D46-4EAA-9448-ACC45B4F32FB}" dt="2026-09-30T02:29:37.516" v="6696" actId="20577"/>
          <ac:spMkLst>
            <pc:docMk/>
            <pc:sldMk cId="39786456" sldId="339"/>
            <ac:spMk id="38" creationId="{76492D0E-41FC-0715-6DB2-9C0C5A538423}"/>
          </ac:spMkLst>
        </pc:spChg>
        <pc:spChg chg="mod">
          <ac:chgData name="Nguyen, My" userId="b5fc429c-209d-4573-ad19-67cebecca44b" providerId="ADAL" clId="{99683B08-6D46-4EAA-9448-ACC45B4F32FB}" dt="2026-09-30T02:29:04.702" v="6647" actId="113"/>
          <ac:spMkLst>
            <pc:docMk/>
            <pc:sldMk cId="39786456" sldId="339"/>
            <ac:spMk id="39" creationId="{CD4EBEE8-154E-585C-0CB4-EA0BF073DA7A}"/>
          </ac:spMkLst>
        </pc:spChg>
        <pc:grpChg chg="add mod">
          <ac:chgData name="Nguyen, My" userId="b5fc429c-209d-4573-ad19-67cebecca44b" providerId="ADAL" clId="{99683B08-6D46-4EAA-9448-ACC45B4F32FB}" dt="2026-09-30T02:33:26.613" v="6700" actId="1076"/>
          <ac:grpSpMkLst>
            <pc:docMk/>
            <pc:sldMk cId="39786456" sldId="339"/>
            <ac:grpSpMk id="19" creationId="{62335C88-26BE-BCBD-80E6-E079183F1EA1}"/>
          </ac:grpSpMkLst>
        </pc:grpChg>
        <pc:grpChg chg="add mod">
          <ac:chgData name="Nguyen, My" userId="b5fc429c-209d-4573-ad19-67cebecca44b" providerId="ADAL" clId="{99683B08-6D46-4EAA-9448-ACC45B4F32FB}" dt="2026-09-30T02:34:04.998" v="6709" actId="1076"/>
          <ac:grpSpMkLst>
            <pc:docMk/>
            <pc:sldMk cId="39786456" sldId="339"/>
            <ac:grpSpMk id="24" creationId="{1CA1A0FB-B0D6-14E7-7146-7BAAFCF3CD2B}"/>
          </ac:grpSpMkLst>
        </pc:grpChg>
        <pc:grpChg chg="add mod">
          <ac:chgData name="Nguyen, My" userId="b5fc429c-209d-4573-ad19-67cebecca44b" providerId="ADAL" clId="{99683B08-6D46-4EAA-9448-ACC45B4F32FB}" dt="2026-09-30T02:33:48.609" v="6706" actId="1076"/>
          <ac:grpSpMkLst>
            <pc:docMk/>
            <pc:sldMk cId="39786456" sldId="339"/>
            <ac:grpSpMk id="30" creationId="{CE7B4666-1814-955B-B0D9-AFD82FFC7026}"/>
          </ac:grpSpMkLst>
        </pc:grpChg>
        <pc:grpChg chg="add mod">
          <ac:chgData name="Nguyen, My" userId="b5fc429c-209d-4573-ad19-67cebecca44b" providerId="ADAL" clId="{99683B08-6D46-4EAA-9448-ACC45B4F32FB}" dt="2026-09-30T02:34:10.135" v="6711" actId="1076"/>
          <ac:grpSpMkLst>
            <pc:docMk/>
            <pc:sldMk cId="39786456" sldId="339"/>
            <ac:grpSpMk id="36" creationId="{7DDECB59-8788-FABD-2939-EA00056F7F70}"/>
          </ac:grpSpMkLst>
        </pc:grpChg>
        <pc:grpChg chg="add mod">
          <ac:chgData name="Nguyen, My" userId="b5fc429c-209d-4573-ad19-67cebecca44b" providerId="ADAL" clId="{99683B08-6D46-4EAA-9448-ACC45B4F32FB}" dt="2026-09-30T02:33:40.070" v="6704" actId="1076"/>
          <ac:grpSpMkLst>
            <pc:docMk/>
            <pc:sldMk cId="39786456" sldId="339"/>
            <ac:grpSpMk id="40" creationId="{D53F46D0-1294-F372-B82F-7A5FACB302D7}"/>
          </ac:grpSpMkLst>
        </pc:grpChg>
        <pc:grpChg chg="add mod">
          <ac:chgData name="Nguyen, My" userId="b5fc429c-209d-4573-ad19-67cebecca44b" providerId="ADAL" clId="{99683B08-6D46-4EAA-9448-ACC45B4F32FB}" dt="2026-09-30T02:33:52.752" v="6707" actId="1076"/>
          <ac:grpSpMkLst>
            <pc:docMk/>
            <pc:sldMk cId="39786456" sldId="339"/>
            <ac:grpSpMk id="41" creationId="{04D4B648-5536-DD26-0508-9F881826D7DF}"/>
          </ac:grpSpMkLst>
        </pc:grpChg>
        <pc:grpChg chg="add mod">
          <ac:chgData name="Nguyen, My" userId="b5fc429c-209d-4573-ad19-67cebecca44b" providerId="ADAL" clId="{99683B08-6D46-4EAA-9448-ACC45B4F32FB}" dt="2026-09-30T02:34:07.344" v="6710" actId="1076"/>
          <ac:grpSpMkLst>
            <pc:docMk/>
            <pc:sldMk cId="39786456" sldId="339"/>
            <ac:grpSpMk id="42" creationId="{E4B1A9C6-4C18-6F62-28DF-46C9B623293E}"/>
          </ac:grpSpMkLst>
        </pc:grpChg>
        <pc:grpChg chg="add mod">
          <ac:chgData name="Nguyen, My" userId="b5fc429c-209d-4573-ad19-67cebecca44b" providerId="ADAL" clId="{99683B08-6D46-4EAA-9448-ACC45B4F32FB}" dt="2026-09-30T02:34:16.145" v="6713" actId="1076"/>
          <ac:grpSpMkLst>
            <pc:docMk/>
            <pc:sldMk cId="39786456" sldId="339"/>
            <ac:grpSpMk id="43" creationId="{F30E3036-B0FC-701F-8C2F-67A937837414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A536B-E08B-4627-AAB1-D12F883F6B8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8A777-FA18-49AE-B324-C32AE11D8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4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47504C-9F2D-4E4D-98C9-8B8DC068A5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27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4F0E-980C-820C-A136-CC496918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C6345-4BE3-928E-5630-C6376A9E5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6F3FF-AF6D-7EFD-8449-925C21E1E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EC8E7-93B3-8627-01A4-AFA972021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77CF5-AC51-40B7-A6F6-3BB40BA907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889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4A9B-6F11-2086-4759-FA14AC243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F3308-E654-7204-48CC-4C350CA6B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4CACA-8E38-9D53-F5D0-CDC82546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23FF5-E1B7-E2A3-7FFB-1D2D15AE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C62F5-72D1-4338-AA08-78E6B22F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8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D9290-AD63-1F2E-8CBD-23C87F06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D05BD-E1AF-B456-B62A-A0CDAE48B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C1370-8D60-DAB6-C325-1243C280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3F297-B01C-F055-FD20-5B6CF9BA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8ECCD-98E9-2555-C005-94A83DD6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1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7D6B-1A2B-6107-17F9-EF101E82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50BAF-8B94-A383-9D91-8862866B0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ED975-0232-7867-A083-6A575720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04145-7FC9-29E7-2301-FC1278A7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2B260-BBEE-E6F6-61F4-3D626835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90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5F22-EA6E-6DC5-6C8D-6C3FD1D2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1BC36-6601-AC87-DFF0-BF34525A2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EC626-2D44-0B81-3262-ACE06020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11526-085A-BED5-DA72-170515E1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00DC2-8F89-B1D2-CAE7-4BB94819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19EC7-DCF6-27A5-500C-E30903ED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36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E4F62-F6BB-450B-F677-2A9E01DA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F52DE-F02F-3980-81B6-D18C95317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08FB3-97D2-C7EE-46F2-4FFC7509A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0BA96-7F2E-3AEA-4D85-046E361A77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C4E47-A656-8752-53FF-82B8627B4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0F939-1475-6377-5D67-0AD05723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3AF92-171B-1AC6-DAAB-A0902C246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216DE-87CE-D62E-1972-B4288FAE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3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A5250-B6A7-7F31-EA8D-92DA9A611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EC5B7-F5BE-56AC-7D4F-F031E0F1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A3759-F8BE-0221-B825-76647886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F1006-BC1B-4EE5-1CB0-1BC7BE77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6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D27F5-4868-E35E-96FE-378C17495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0BBD8-AEB4-91F5-C8E9-7D8AD362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90579-0CC5-D3B5-2ABC-484EC3F2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6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FD26-08AF-7EBC-18BA-F935B54C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C1946-34E8-4CC9-ED2F-241C4991F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42684-655A-DDF0-E6D0-53D93321C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30205-D7B5-BB92-8125-8F0C46045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23053-E741-5003-E727-0CCD9E7D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00405-DF62-CAEA-D2E9-37D5D32C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36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5844-91E6-9E4E-209B-C9F14C834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9EA9C-9188-C18F-E8C3-D17581C43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4C471-4D9A-95DF-4A0B-C405F14C9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6E418-831A-9FE6-99DD-2CB6B5BB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B36C9-8CB0-0F0C-8417-A126E4DC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94A2B-F9CF-8F5C-4F9F-38B27B7A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2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417B-1B9D-0163-0CD3-7A3D835B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ADE29-76D9-8CF1-A1BA-B02CFE2BA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8B5BE-7EDD-8C3C-1D1C-772795B0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CB5CB-289D-90F4-5005-D290B22A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78F45-B232-5DAC-1B13-384BCEAF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4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A2897E-10D2-929A-5BC7-AB8AE4784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06D63-7F28-28FD-34C1-48005BC59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FD88E-3D23-C5C5-6BD7-8A40B3C5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E54F5-DFE6-0F5F-F333-B3C50578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DF4B-75D8-DBD9-CB0B-F6D923A1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16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347C0C-C1A6-45D3-31E7-398D8CB316FE}"/>
              </a:ext>
            </a:extLst>
          </p:cNvPr>
          <p:cNvSpPr>
            <a:spLocks/>
          </p:cNvSpPr>
          <p:nvPr userDrawn="1"/>
        </p:nvSpPr>
        <p:spPr>
          <a:xfrm>
            <a:off x="1354781" y="2429116"/>
            <a:ext cx="10824519" cy="2329967"/>
          </a:xfrm>
          <a:prstGeom prst="rect">
            <a:avLst/>
          </a:prstGeom>
          <a:solidFill>
            <a:schemeClr val="bg2">
              <a:lumMod val="7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61B7ED5-58B6-2A12-27B7-1C1775FA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513" y="2827303"/>
            <a:ext cx="6960973" cy="153359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5AF022FC-32B9-855F-C43D-283E780D72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4" y="2106418"/>
            <a:ext cx="2655472" cy="3012335"/>
          </a:xfrm>
          <a:prstGeom prst="rect">
            <a:avLst/>
          </a:prstGeom>
        </p:spPr>
      </p:pic>
      <p:pic>
        <p:nvPicPr>
          <p:cNvPr id="7" name="Picture 6" descr="A puzzle with a globe in the middle&#10;&#10;Description automatically generated">
            <a:extLst>
              <a:ext uri="{FF2B5EF4-FFF2-40B4-BE49-F238E27FC236}">
                <a16:creationId xmlns:a16="http://schemas.microsoft.com/office/drawing/2014/main" id="{2886A17C-7F38-B361-42A2-C2A6760F37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213" y="2171595"/>
            <a:ext cx="2813087" cy="28819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4670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B1A582-0753-9EAF-8E00-A964102F7D3D}"/>
              </a:ext>
            </a:extLst>
          </p:cNvPr>
          <p:cNvSpPr/>
          <p:nvPr userDrawn="1"/>
        </p:nvSpPr>
        <p:spPr>
          <a:xfrm>
            <a:off x="0" y="1142634"/>
            <a:ext cx="12192000" cy="5715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61B7ED5-58B6-2A12-27B7-1C1775FA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232"/>
            <a:ext cx="10515600" cy="9614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13701-2715-9D51-3B38-739892BE98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2338" y="1489419"/>
            <a:ext cx="10431462" cy="5178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logo for a company&#10;&#10;Description automatically generated">
            <a:extLst>
              <a:ext uri="{FF2B5EF4-FFF2-40B4-BE49-F238E27FC236}">
                <a16:creationId xmlns:a16="http://schemas.microsoft.com/office/drawing/2014/main" id="{1AAD52AB-EA5B-8482-A1F7-A3C517F09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2" y="5811593"/>
            <a:ext cx="877839" cy="99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28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B1A582-0753-9EAF-8E00-A964102F7D3D}"/>
              </a:ext>
            </a:extLst>
          </p:cNvPr>
          <p:cNvSpPr/>
          <p:nvPr userDrawn="1"/>
        </p:nvSpPr>
        <p:spPr>
          <a:xfrm>
            <a:off x="0" y="1142634"/>
            <a:ext cx="12192000" cy="5715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61B7ED5-58B6-2A12-27B7-1C1775FA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232"/>
            <a:ext cx="10515600" cy="9614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13701-2715-9D51-3B38-739892BE98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2338" y="1489419"/>
            <a:ext cx="10431462" cy="5178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A puzzle with a globe in the middle&#10;&#10;Description automatically generated">
            <a:extLst>
              <a:ext uri="{FF2B5EF4-FFF2-40B4-BE49-F238E27FC236}">
                <a16:creationId xmlns:a16="http://schemas.microsoft.com/office/drawing/2014/main" id="{F217A297-31B8-F552-A04A-468726976E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21" y="5734028"/>
            <a:ext cx="938420" cy="9614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886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67F781-4D87-44CC-8E1B-E991D1B8D4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73ED86-885F-4E1E-9AE1-07A548DE7B0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2598E-2A2B-48C0-9EC1-0699E1F0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4067E-C422-48EF-AC3D-56BB0761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7AA0-395F-45CE-A2E5-27C80E7AD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88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E4C0-F5A6-CD0C-951F-4CA74FD9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284" y="365760"/>
            <a:ext cx="10515600" cy="53553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1A7F9-DA64-60D1-26C5-2007F6CD4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1284" y="1000664"/>
            <a:ext cx="5181600" cy="51762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23F61-7280-705E-E4DE-EB6D33F2B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5284" y="1000664"/>
            <a:ext cx="5181600" cy="51762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716F7F-BBEB-E0FF-EDB4-8DD553B43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0" y="1010"/>
            <a:ext cx="1642905" cy="6856990"/>
          </a:xfrm>
          <a:custGeom>
            <a:avLst/>
            <a:gdLst>
              <a:gd name="connsiteX0" fmla="*/ 0 w 1642905"/>
              <a:gd name="connsiteY0" fmla="*/ 0 h 6856990"/>
              <a:gd name="connsiteX1" fmla="*/ 1642905 w 1642905"/>
              <a:gd name="connsiteY1" fmla="*/ 0 h 6856990"/>
              <a:gd name="connsiteX2" fmla="*/ 1642905 w 1642905"/>
              <a:gd name="connsiteY2" fmla="*/ 6856990 h 6856990"/>
              <a:gd name="connsiteX3" fmla="*/ 0 w 1642905"/>
              <a:gd name="connsiteY3" fmla="*/ 6856990 h 685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2905" h="6856990">
                <a:moveTo>
                  <a:pt x="0" y="0"/>
                </a:moveTo>
                <a:lnTo>
                  <a:pt x="1642905" y="0"/>
                </a:lnTo>
                <a:lnTo>
                  <a:pt x="1642905" y="6856990"/>
                </a:lnTo>
                <a:lnTo>
                  <a:pt x="0" y="6856990"/>
                </a:lnTo>
                <a:close/>
              </a:path>
            </a:pathLst>
          </a:cu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EAB7800-3A5B-EB0C-D9F4-C29036F85ED8}"/>
              </a:ext>
            </a:extLst>
          </p:cNvPr>
          <p:cNvSpPr/>
          <p:nvPr userDrawn="1"/>
        </p:nvSpPr>
        <p:spPr>
          <a:xfrm rot="20951889">
            <a:off x="9196242" y="-298460"/>
            <a:ext cx="5854751" cy="7520636"/>
          </a:xfrm>
          <a:custGeom>
            <a:avLst/>
            <a:gdLst>
              <a:gd name="connsiteX0" fmla="*/ 2594097 w 4482463"/>
              <a:gd name="connsiteY0" fmla="*/ 1707376 h 5757883"/>
              <a:gd name="connsiteX1" fmla="*/ 3198960 w 4482463"/>
              <a:gd name="connsiteY1" fmla="*/ 1585260 h 5757883"/>
              <a:gd name="connsiteX2" fmla="*/ 3357841 w 4482463"/>
              <a:gd name="connsiteY2" fmla="*/ 1593283 h 5757883"/>
              <a:gd name="connsiteX3" fmla="*/ 3375082 w 4482463"/>
              <a:gd name="connsiteY3" fmla="*/ 1595914 h 5757883"/>
              <a:gd name="connsiteX4" fmla="*/ 4482463 w 4482463"/>
              <a:gd name="connsiteY4" fmla="*/ 4014764 h 5757883"/>
              <a:gd name="connsiteX5" fmla="*/ 4398053 w 4482463"/>
              <a:gd name="connsiteY5" fmla="*/ 4127645 h 5757883"/>
              <a:gd name="connsiteX6" fmla="*/ 3198959 w 4482463"/>
              <a:gd name="connsiteY6" fmla="*/ 4693133 h 5757883"/>
              <a:gd name="connsiteX7" fmla="*/ 1645022 w 4482463"/>
              <a:gd name="connsiteY7" fmla="*/ 3139197 h 5757883"/>
              <a:gd name="connsiteX8" fmla="*/ 2594097 w 4482463"/>
              <a:gd name="connsiteY8" fmla="*/ 1707376 h 5757883"/>
              <a:gd name="connsiteX9" fmla="*/ 1253189 w 4482463"/>
              <a:gd name="connsiteY9" fmla="*/ 534167 h 5757883"/>
              <a:gd name="connsiteX10" fmla="*/ 1480202 w 4482463"/>
              <a:gd name="connsiteY10" fmla="*/ 580198 h 5757883"/>
              <a:gd name="connsiteX11" fmla="*/ 1738628 w 4482463"/>
              <a:gd name="connsiteY11" fmla="*/ 838624 h 5757883"/>
              <a:gd name="connsiteX12" fmla="*/ 1783361 w 4482463"/>
              <a:gd name="connsiteY12" fmla="*/ 808113 h 5757883"/>
              <a:gd name="connsiteX13" fmla="*/ 2369979 w 4482463"/>
              <a:gd name="connsiteY13" fmla="*/ 545499 h 5757883"/>
              <a:gd name="connsiteX14" fmla="*/ 2548964 w 4482463"/>
              <a:gd name="connsiteY14" fmla="*/ 499477 h 5757883"/>
              <a:gd name="connsiteX15" fmla="*/ 2548964 w 4482463"/>
              <a:gd name="connsiteY15" fmla="*/ 171168 h 5757883"/>
              <a:gd name="connsiteX16" fmla="*/ 2610337 w 4482463"/>
              <a:gd name="connsiteY16" fmla="*/ 23001 h 5757883"/>
              <a:gd name="connsiteX17" fmla="*/ 2644451 w 4482463"/>
              <a:gd name="connsiteY17" fmla="*/ 0 h 5757883"/>
              <a:gd name="connsiteX18" fmla="*/ 3198959 w 4482463"/>
              <a:gd name="connsiteY18" fmla="*/ 1211211 h 5757883"/>
              <a:gd name="connsiteX19" fmla="*/ 3198959 w 4482463"/>
              <a:gd name="connsiteY19" fmla="*/ 1261088 h 5757883"/>
              <a:gd name="connsiteX20" fmla="*/ 3177568 w 4482463"/>
              <a:gd name="connsiteY20" fmla="*/ 1258931 h 5757883"/>
              <a:gd name="connsiteX21" fmla="*/ 1297304 w 4482463"/>
              <a:gd name="connsiteY21" fmla="*/ 3139194 h 5757883"/>
              <a:gd name="connsiteX22" fmla="*/ 2985321 w 4482463"/>
              <a:gd name="connsiteY22" fmla="*/ 5009749 h 5757883"/>
              <a:gd name="connsiteX23" fmla="*/ 3137752 w 4482463"/>
              <a:gd name="connsiteY23" fmla="*/ 5017446 h 5757883"/>
              <a:gd name="connsiteX24" fmla="*/ 1953202 w 4482463"/>
              <a:gd name="connsiteY24" fmla="*/ 5559749 h 5757883"/>
              <a:gd name="connsiteX25" fmla="*/ 1854309 w 4482463"/>
              <a:gd name="connsiteY25" fmla="*/ 5511368 h 5757883"/>
              <a:gd name="connsiteX26" fmla="*/ 1738559 w 4482463"/>
              <a:gd name="connsiteY26" fmla="*/ 5438152 h 5757883"/>
              <a:gd name="connsiteX27" fmla="*/ 1480199 w 4482463"/>
              <a:gd name="connsiteY27" fmla="*/ 5696512 h 5757883"/>
              <a:gd name="connsiteX28" fmla="*/ 1183867 w 4482463"/>
              <a:gd name="connsiteY28" fmla="*/ 5696512 h 5757883"/>
              <a:gd name="connsiteX29" fmla="*/ 591217 w 4482463"/>
              <a:gd name="connsiteY29" fmla="*/ 5103859 h 5757883"/>
              <a:gd name="connsiteX30" fmla="*/ 591217 w 4482463"/>
              <a:gd name="connsiteY30" fmla="*/ 4807527 h 5757883"/>
              <a:gd name="connsiteX31" fmla="*/ 855511 w 4482463"/>
              <a:gd name="connsiteY31" fmla="*/ 4543234 h 5757883"/>
              <a:gd name="connsiteX32" fmla="*/ 821589 w 4482463"/>
              <a:gd name="connsiteY32" fmla="*/ 4491008 h 5757883"/>
              <a:gd name="connsiteX33" fmla="*/ 583873 w 4482463"/>
              <a:gd name="connsiteY33" fmla="*/ 3946795 h 5757883"/>
              <a:gd name="connsiteX34" fmla="*/ 540451 w 4482463"/>
              <a:gd name="connsiteY34" fmla="*/ 3758378 h 5757883"/>
              <a:gd name="connsiteX35" fmla="*/ 209539 w 4482463"/>
              <a:gd name="connsiteY35" fmla="*/ 3758377 h 5757883"/>
              <a:gd name="connsiteX36" fmla="*/ 0 w 4482463"/>
              <a:gd name="connsiteY36" fmla="*/ 3548839 h 5757883"/>
              <a:gd name="connsiteX37" fmla="*/ 0 w 4482463"/>
              <a:gd name="connsiteY37" fmla="*/ 2710703 h 5757883"/>
              <a:gd name="connsiteX38" fmla="*/ 209539 w 4482463"/>
              <a:gd name="connsiteY38" fmla="*/ 2501165 h 5757883"/>
              <a:gd name="connsiteX39" fmla="*/ 546169 w 4482463"/>
              <a:gd name="connsiteY39" fmla="*/ 2501165 h 5757883"/>
              <a:gd name="connsiteX40" fmla="*/ 604470 w 4482463"/>
              <a:gd name="connsiteY40" fmla="*/ 2268165 h 5757883"/>
              <a:gd name="connsiteX41" fmla="*/ 726018 w 4482463"/>
              <a:gd name="connsiteY41" fmla="*/ 1969218 h 5757883"/>
              <a:gd name="connsiteX42" fmla="*/ 856062 w 4482463"/>
              <a:gd name="connsiteY42" fmla="*/ 1734023 h 5757883"/>
              <a:gd name="connsiteX43" fmla="*/ 591219 w 4482463"/>
              <a:gd name="connsiteY43" fmla="*/ 1469180 h 5757883"/>
              <a:gd name="connsiteX44" fmla="*/ 591220 w 4482463"/>
              <a:gd name="connsiteY44" fmla="*/ 1172849 h 5757883"/>
              <a:gd name="connsiteX45" fmla="*/ 1183871 w 4482463"/>
              <a:gd name="connsiteY45" fmla="*/ 580198 h 5757883"/>
              <a:gd name="connsiteX46" fmla="*/ 1253189 w 4482463"/>
              <a:gd name="connsiteY46" fmla="*/ 534167 h 575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482463" h="5757883">
                <a:moveTo>
                  <a:pt x="2594097" y="1707376"/>
                </a:moveTo>
                <a:cubicBezTo>
                  <a:pt x="2780007" y="1628742"/>
                  <a:pt x="2984406" y="1585260"/>
                  <a:pt x="3198960" y="1585260"/>
                </a:cubicBezTo>
                <a:cubicBezTo>
                  <a:pt x="3252598" y="1585260"/>
                  <a:pt x="3305602" y="1587977"/>
                  <a:pt x="3357841" y="1593283"/>
                </a:cubicBezTo>
                <a:lnTo>
                  <a:pt x="3375082" y="1595914"/>
                </a:lnTo>
                <a:lnTo>
                  <a:pt x="4482463" y="4014764"/>
                </a:lnTo>
                <a:lnTo>
                  <a:pt x="4398053" y="4127645"/>
                </a:lnTo>
                <a:cubicBezTo>
                  <a:pt x="4113038" y="4473003"/>
                  <a:pt x="3681706" y="4693133"/>
                  <a:pt x="3198959" y="4693133"/>
                </a:cubicBezTo>
                <a:cubicBezTo>
                  <a:pt x="2340743" y="4693133"/>
                  <a:pt x="1645022" y="3997413"/>
                  <a:pt x="1645022" y="3139197"/>
                </a:cubicBezTo>
                <a:cubicBezTo>
                  <a:pt x="1645023" y="2495534"/>
                  <a:pt x="2036365" y="1943276"/>
                  <a:pt x="2594097" y="1707376"/>
                </a:cubicBezTo>
                <a:close/>
                <a:moveTo>
                  <a:pt x="1253189" y="534167"/>
                </a:moveTo>
                <a:cubicBezTo>
                  <a:pt x="1328859" y="503481"/>
                  <a:pt x="1418828" y="518825"/>
                  <a:pt x="1480202" y="580198"/>
                </a:cubicBezTo>
                <a:lnTo>
                  <a:pt x="1738628" y="838624"/>
                </a:lnTo>
                <a:lnTo>
                  <a:pt x="1783361" y="808113"/>
                </a:lnTo>
                <a:cubicBezTo>
                  <a:pt x="1966057" y="698609"/>
                  <a:pt x="2162696" y="609974"/>
                  <a:pt x="2369979" y="545499"/>
                </a:cubicBezTo>
                <a:lnTo>
                  <a:pt x="2548964" y="499477"/>
                </a:lnTo>
                <a:lnTo>
                  <a:pt x="2548964" y="171168"/>
                </a:lnTo>
                <a:cubicBezTo>
                  <a:pt x="2548965" y="113304"/>
                  <a:pt x="2572418" y="60920"/>
                  <a:pt x="2610337" y="23001"/>
                </a:cubicBezTo>
                <a:lnTo>
                  <a:pt x="2644451" y="0"/>
                </a:lnTo>
                <a:lnTo>
                  <a:pt x="3198959" y="1211211"/>
                </a:lnTo>
                <a:lnTo>
                  <a:pt x="3198959" y="1261088"/>
                </a:lnTo>
                <a:lnTo>
                  <a:pt x="3177568" y="1258931"/>
                </a:lnTo>
                <a:cubicBezTo>
                  <a:pt x="2139127" y="1258930"/>
                  <a:pt x="1297305" y="2100753"/>
                  <a:pt x="1297304" y="3139194"/>
                </a:cubicBezTo>
                <a:cubicBezTo>
                  <a:pt x="1297304" y="4112732"/>
                  <a:pt x="2037187" y="4913461"/>
                  <a:pt x="2985321" y="5009749"/>
                </a:cubicBezTo>
                <a:lnTo>
                  <a:pt x="3137752" y="5017446"/>
                </a:lnTo>
                <a:lnTo>
                  <a:pt x="1953202" y="5559749"/>
                </a:lnTo>
                <a:lnTo>
                  <a:pt x="1854309" y="5511368"/>
                </a:lnTo>
                <a:lnTo>
                  <a:pt x="1738559" y="5438152"/>
                </a:lnTo>
                <a:lnTo>
                  <a:pt x="1480199" y="5696512"/>
                </a:lnTo>
                <a:cubicBezTo>
                  <a:pt x="1398368" y="5778340"/>
                  <a:pt x="1265699" y="5778340"/>
                  <a:pt x="1183867" y="5696512"/>
                </a:cubicBezTo>
                <a:lnTo>
                  <a:pt x="591217" y="5103859"/>
                </a:lnTo>
                <a:cubicBezTo>
                  <a:pt x="509386" y="5022030"/>
                  <a:pt x="509386" y="4889358"/>
                  <a:pt x="591217" y="4807527"/>
                </a:cubicBezTo>
                <a:lnTo>
                  <a:pt x="855511" y="4543234"/>
                </a:lnTo>
                <a:lnTo>
                  <a:pt x="821589" y="4491008"/>
                </a:lnTo>
                <a:cubicBezTo>
                  <a:pt x="723490" y="4320403"/>
                  <a:pt x="643387" y="4138133"/>
                  <a:pt x="583873" y="3946795"/>
                </a:cubicBezTo>
                <a:lnTo>
                  <a:pt x="540451" y="3758378"/>
                </a:lnTo>
                <a:lnTo>
                  <a:pt x="209539" y="3758377"/>
                </a:lnTo>
                <a:cubicBezTo>
                  <a:pt x="93812" y="3758377"/>
                  <a:pt x="0" y="3664565"/>
                  <a:pt x="0" y="3548839"/>
                </a:cubicBezTo>
                <a:lnTo>
                  <a:pt x="0" y="2710703"/>
                </a:lnTo>
                <a:cubicBezTo>
                  <a:pt x="0" y="2594977"/>
                  <a:pt x="93813" y="2501165"/>
                  <a:pt x="209539" y="2501165"/>
                </a:cubicBezTo>
                <a:lnTo>
                  <a:pt x="546169" y="2501165"/>
                </a:lnTo>
                <a:lnTo>
                  <a:pt x="604470" y="2268165"/>
                </a:lnTo>
                <a:cubicBezTo>
                  <a:pt x="639169" y="2165632"/>
                  <a:pt x="679822" y="2065847"/>
                  <a:pt x="726018" y="1969218"/>
                </a:cubicBezTo>
                <a:lnTo>
                  <a:pt x="856062" y="1734023"/>
                </a:lnTo>
                <a:lnTo>
                  <a:pt x="591219" y="1469180"/>
                </a:lnTo>
                <a:cubicBezTo>
                  <a:pt x="509389" y="1387352"/>
                  <a:pt x="509388" y="1254680"/>
                  <a:pt x="591220" y="1172849"/>
                </a:cubicBezTo>
                <a:lnTo>
                  <a:pt x="1183871" y="580198"/>
                </a:lnTo>
                <a:cubicBezTo>
                  <a:pt x="1204329" y="559740"/>
                  <a:pt x="1227964" y="544397"/>
                  <a:pt x="1253189" y="534167"/>
                </a:cubicBezTo>
                <a:close/>
              </a:path>
            </a:pathLst>
          </a:custGeom>
          <a:noFill/>
          <a:ln w="31750">
            <a:solidFill>
              <a:srgbClr val="9DDAE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365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51DC-9B80-962B-5B3B-15E234B5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7415D-AB2B-3CEE-AB69-7C14C4845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D2F35-4D37-F85A-88C7-A4A0302C5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C6D26-4750-4F34-BD2A-AF8975F6D01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302BC-66F6-4AAD-5FFC-70C3D8FF8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1380C-1F68-D05A-7F8C-DCB602D20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6DDF1-DE8D-4DE5-BB5F-9DEF2A8374D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BC64C-2896-16CA-2027-05E3DB0C07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190500"/>
            <a:ext cx="7651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Business Use</a:t>
            </a:r>
          </a:p>
        </p:txBody>
      </p:sp>
    </p:spTree>
    <p:extLst>
      <p:ext uri="{BB962C8B-B14F-4D97-AF65-F5344CB8AC3E}">
        <p14:creationId xmlns:p14="http://schemas.microsoft.com/office/powerpoint/2010/main" val="85435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D625EA-3932-86CB-4B6C-46C200BBE7F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190500"/>
            <a:ext cx="7651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Business Use</a:t>
            </a:r>
          </a:p>
        </p:txBody>
      </p:sp>
    </p:spTree>
    <p:extLst>
      <p:ext uri="{BB962C8B-B14F-4D97-AF65-F5344CB8AC3E}">
        <p14:creationId xmlns:p14="http://schemas.microsoft.com/office/powerpoint/2010/main" val="212726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C2B23D36-DB63-D511-4636-CFCAEC496FBA}"/>
              </a:ext>
            </a:extLst>
          </p:cNvPr>
          <p:cNvGrpSpPr/>
          <p:nvPr/>
        </p:nvGrpSpPr>
        <p:grpSpPr>
          <a:xfrm>
            <a:off x="314651" y="209266"/>
            <a:ext cx="4780065" cy="1881863"/>
            <a:chOff x="294639" y="172720"/>
            <a:chExt cx="4780065" cy="1881863"/>
          </a:xfrm>
        </p:grpSpPr>
        <p:pic>
          <p:nvPicPr>
            <p:cNvPr id="3" name="Picture 2" descr="A person wearing glasses and smiling&#10;&#10;AI-generated content may be incorrect.">
              <a:extLst>
                <a:ext uri="{FF2B5EF4-FFF2-40B4-BE49-F238E27FC236}">
                  <a16:creationId xmlns:a16="http://schemas.microsoft.com/office/drawing/2014/main" id="{1818D0BF-66AE-C2B8-C283-400462800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02" t="8759" r="2803" b="11410"/>
            <a:stretch>
              <a:fillRect/>
            </a:stretch>
          </p:blipFill>
          <p:spPr>
            <a:xfrm>
              <a:off x="294639" y="172720"/>
              <a:ext cx="1788161" cy="1881863"/>
            </a:xfrm>
            <a:prstGeom prst="flowChartConnector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429A386-66F7-951D-54A2-0F916E609F77}"/>
                </a:ext>
              </a:extLst>
            </p:cNvPr>
            <p:cNvSpPr txBox="1"/>
            <p:nvPr/>
          </p:nvSpPr>
          <p:spPr>
            <a:xfrm>
              <a:off x="2174239" y="518160"/>
              <a:ext cx="2900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>
                  <a:solidFill>
                    <a:prstClr val="black"/>
                  </a:solidFill>
                  <a:latin typeface="Aptos" panose="02110004020202020204"/>
                </a:rPr>
                <a:t>HR Leadership Journey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F12A649-1DA3-DDCA-1148-384254E15856}"/>
                </a:ext>
              </a:extLst>
            </p:cNvPr>
            <p:cNvSpPr txBox="1"/>
            <p:nvPr/>
          </p:nvSpPr>
          <p:spPr>
            <a:xfrm>
              <a:off x="2174240" y="887492"/>
              <a:ext cx="25298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My Nguyen 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BFEE7BC-07A6-090D-6219-59B905E7FF2D}"/>
              </a:ext>
            </a:extLst>
          </p:cNvPr>
          <p:cNvGrpSpPr/>
          <p:nvPr/>
        </p:nvGrpSpPr>
        <p:grpSpPr>
          <a:xfrm>
            <a:off x="534838" y="939781"/>
            <a:ext cx="11387721" cy="2977177"/>
            <a:chOff x="59781" y="1399852"/>
            <a:chExt cx="10708067" cy="2280151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2F9530C-8D83-07E4-7E5B-49AFC202235A}"/>
                </a:ext>
              </a:extLst>
            </p:cNvPr>
            <p:cNvSpPr/>
            <p:nvPr/>
          </p:nvSpPr>
          <p:spPr>
            <a:xfrm>
              <a:off x="59781" y="1533227"/>
              <a:ext cx="10608220" cy="2146776"/>
            </a:xfrm>
            <a:custGeom>
              <a:avLst/>
              <a:gdLst>
                <a:gd name="connsiteX0" fmla="*/ 0 w 9997440"/>
                <a:gd name="connsiteY0" fmla="*/ 2834640 h 2834640"/>
                <a:gd name="connsiteX1" fmla="*/ 5618480 w 9997440"/>
                <a:gd name="connsiteY1" fmla="*/ 2062480 h 2834640"/>
                <a:gd name="connsiteX2" fmla="*/ 9997440 w 9997440"/>
                <a:gd name="connsiteY2" fmla="*/ 0 h 283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97440" h="2834640">
                  <a:moveTo>
                    <a:pt x="0" y="2834640"/>
                  </a:moveTo>
                  <a:cubicBezTo>
                    <a:pt x="1976120" y="2684780"/>
                    <a:pt x="3952240" y="2534920"/>
                    <a:pt x="5618480" y="2062480"/>
                  </a:cubicBezTo>
                  <a:cubicBezTo>
                    <a:pt x="7284720" y="1590040"/>
                    <a:pt x="8641080" y="795020"/>
                    <a:pt x="9997440" y="0"/>
                  </a:cubicBezTo>
                </a:path>
              </a:pathLst>
            </a:cu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EB29DA5E-D226-B627-A1CD-341C0BB40FC0}"/>
                </a:ext>
              </a:extLst>
            </p:cNvPr>
            <p:cNvSpPr/>
            <p:nvPr/>
          </p:nvSpPr>
          <p:spPr>
            <a:xfrm rot="3270586">
              <a:off x="10589821" y="1418781"/>
              <a:ext cx="196955" cy="159098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0A84940-4CBA-3E9E-0B5E-D7B420D878AA}"/>
              </a:ext>
            </a:extLst>
          </p:cNvPr>
          <p:cNvGrpSpPr/>
          <p:nvPr/>
        </p:nvGrpSpPr>
        <p:grpSpPr>
          <a:xfrm>
            <a:off x="97850" y="3412699"/>
            <a:ext cx="1980383" cy="3241380"/>
            <a:chOff x="325118" y="3149260"/>
            <a:chExt cx="1980383" cy="32413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A8609B3-8E27-F63A-1747-600006A4B1F0}"/>
                </a:ext>
              </a:extLst>
            </p:cNvPr>
            <p:cNvGrpSpPr/>
            <p:nvPr/>
          </p:nvGrpSpPr>
          <p:grpSpPr>
            <a:xfrm>
              <a:off x="325118" y="3687891"/>
              <a:ext cx="1874387" cy="2702749"/>
              <a:chOff x="447039" y="3634442"/>
              <a:chExt cx="1874387" cy="250878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22C795-2D7B-DC5E-5631-4483763A1336}"/>
                  </a:ext>
                </a:extLst>
              </p:cNvPr>
              <p:cNvSpPr/>
              <p:nvPr/>
            </p:nvSpPr>
            <p:spPr>
              <a:xfrm>
                <a:off x="447039" y="3874532"/>
                <a:ext cx="1874387" cy="226869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Isosceles Triangle 17">
                <a:extLst>
                  <a:ext uri="{FF2B5EF4-FFF2-40B4-BE49-F238E27FC236}">
                    <a16:creationId xmlns:a16="http://schemas.microsoft.com/office/drawing/2014/main" id="{947CB295-2FBD-3392-E78E-49D8A3E1C6B1}"/>
                  </a:ext>
                </a:extLst>
              </p:cNvPr>
              <p:cNvSpPr/>
              <p:nvPr/>
            </p:nvSpPr>
            <p:spPr>
              <a:xfrm>
                <a:off x="1278987" y="3634442"/>
                <a:ext cx="294640" cy="247412"/>
              </a:xfrm>
              <a:prstGeom prst="triangl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E957E5E-A797-866A-A129-B0D944E5480D}"/>
                </a:ext>
              </a:extLst>
            </p:cNvPr>
            <p:cNvSpPr txBox="1"/>
            <p:nvPr/>
          </p:nvSpPr>
          <p:spPr>
            <a:xfrm>
              <a:off x="325118" y="4891592"/>
              <a:ext cx="1874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Talent Acquisition Lead  </a:t>
              </a:r>
            </a:p>
          </p:txBody>
        </p:sp>
        <p:pic>
          <p:nvPicPr>
            <p:cNvPr id="39" name="Picture 38" descr="A logo of a person's face with a sword&#10;&#10;AI-generated content may be incorrect.">
              <a:extLst>
                <a:ext uri="{FF2B5EF4-FFF2-40B4-BE49-F238E27FC236}">
                  <a16:creationId xmlns:a16="http://schemas.microsoft.com/office/drawing/2014/main" id="{E6C4EFCA-7AF3-F378-1D12-464D95E88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855" y="4117246"/>
              <a:ext cx="1139953" cy="56111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2F5CCA-A836-9893-6387-52E3C3F7F4DC}"/>
                </a:ext>
              </a:extLst>
            </p:cNvPr>
            <p:cNvSpPr txBox="1"/>
            <p:nvPr/>
          </p:nvSpPr>
          <p:spPr>
            <a:xfrm>
              <a:off x="340161" y="5179851"/>
              <a:ext cx="19653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Employer branding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High Level Recruitment 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ACE83B-B05E-7776-CBC2-4994B92A5334}"/>
                </a:ext>
              </a:extLst>
            </p:cNvPr>
            <p:cNvSpPr txBox="1"/>
            <p:nvPr/>
          </p:nvSpPr>
          <p:spPr>
            <a:xfrm>
              <a:off x="469986" y="3149260"/>
              <a:ext cx="16687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2016 - 2017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123D898-C6D3-5D97-3A6B-B81AC538D4EF}"/>
                </a:ext>
              </a:extLst>
            </p:cNvPr>
            <p:cNvSpPr/>
            <p:nvPr/>
          </p:nvSpPr>
          <p:spPr>
            <a:xfrm>
              <a:off x="1248019" y="3570209"/>
              <a:ext cx="118433" cy="11768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5B92338-B780-8FAE-F48A-E9C5682483A0}"/>
              </a:ext>
            </a:extLst>
          </p:cNvPr>
          <p:cNvGrpSpPr/>
          <p:nvPr/>
        </p:nvGrpSpPr>
        <p:grpSpPr>
          <a:xfrm>
            <a:off x="4168277" y="2984904"/>
            <a:ext cx="1981070" cy="3674187"/>
            <a:chOff x="4464472" y="2681232"/>
            <a:chExt cx="1981070" cy="3674187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1E14387-B6AA-2E38-8E91-8B75BDF79339}"/>
                </a:ext>
              </a:extLst>
            </p:cNvPr>
            <p:cNvGrpSpPr/>
            <p:nvPr/>
          </p:nvGrpSpPr>
          <p:grpSpPr>
            <a:xfrm>
              <a:off x="4464472" y="3177620"/>
              <a:ext cx="1981070" cy="3177799"/>
              <a:chOff x="455893" y="3422533"/>
              <a:chExt cx="1981070" cy="2949744"/>
            </a:xfrm>
            <a:solidFill>
              <a:schemeClr val="tx2">
                <a:lumMod val="10000"/>
                <a:lumOff val="90000"/>
              </a:schemeClr>
            </a:solidFill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533230-FABA-A104-04F7-43D183D0E89F}"/>
                  </a:ext>
                </a:extLst>
              </p:cNvPr>
              <p:cNvSpPr/>
              <p:nvPr/>
            </p:nvSpPr>
            <p:spPr>
              <a:xfrm>
                <a:off x="455893" y="3669945"/>
                <a:ext cx="1981070" cy="2702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0509B27B-DCD6-0BD5-4D0D-A63EABF781D3}"/>
                  </a:ext>
                </a:extLst>
              </p:cNvPr>
              <p:cNvSpPr/>
              <p:nvPr/>
            </p:nvSpPr>
            <p:spPr>
              <a:xfrm>
                <a:off x="1258957" y="3422533"/>
                <a:ext cx="294640" cy="24741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9C0218B-B685-7263-B2E3-030BAF302306}"/>
                </a:ext>
              </a:extLst>
            </p:cNvPr>
            <p:cNvSpPr/>
            <p:nvPr/>
          </p:nvSpPr>
          <p:spPr>
            <a:xfrm>
              <a:off x="5342448" y="3090419"/>
              <a:ext cx="118433" cy="11768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59" name="Picture 58" descr="A blue circle with white text&#10;&#10;AI-generated content may be incorrect.">
              <a:extLst>
                <a:ext uri="{FF2B5EF4-FFF2-40B4-BE49-F238E27FC236}">
                  <a16:creationId xmlns:a16="http://schemas.microsoft.com/office/drawing/2014/main" id="{CAD29F60-C8CB-7123-D435-8F5D8B9C8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8468" y="3515929"/>
              <a:ext cx="710946" cy="710946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2DA96E4-1606-A1ED-6F9E-E5749590ED64}"/>
                </a:ext>
              </a:extLst>
            </p:cNvPr>
            <p:cNvSpPr txBox="1"/>
            <p:nvPr/>
          </p:nvSpPr>
          <p:spPr>
            <a:xfrm>
              <a:off x="4629163" y="4287070"/>
              <a:ext cx="15048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HR Manager – B1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D836B23-194D-D3E2-FD69-F9AE81FB3472}"/>
                </a:ext>
              </a:extLst>
            </p:cNvPr>
            <p:cNvSpPr txBox="1"/>
            <p:nvPr/>
          </p:nvSpPr>
          <p:spPr>
            <a:xfrm>
              <a:off x="4617223" y="2681232"/>
              <a:ext cx="16687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2019 - 2020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F6F7982-6A17-E4D6-C5C6-3B4F2210F067}"/>
                </a:ext>
              </a:extLst>
            </p:cNvPr>
            <p:cNvSpPr txBox="1"/>
            <p:nvPr/>
          </p:nvSpPr>
          <p:spPr>
            <a:xfrm>
              <a:off x="4514428" y="4673878"/>
              <a:ext cx="187438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OU transformation from Baby Care to Grooming: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ER/LR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 and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Cultural 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Transition 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DC45E36-4443-3D10-2665-95E27F1DB00E}"/>
              </a:ext>
            </a:extLst>
          </p:cNvPr>
          <p:cNvGrpSpPr/>
          <p:nvPr/>
        </p:nvGrpSpPr>
        <p:grpSpPr>
          <a:xfrm>
            <a:off x="8952253" y="1382200"/>
            <a:ext cx="2477138" cy="5223215"/>
            <a:chOff x="8532771" y="1108868"/>
            <a:chExt cx="2477138" cy="522321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9F64ACB-CC21-682D-6A25-18932FE73FAC}"/>
                </a:ext>
              </a:extLst>
            </p:cNvPr>
            <p:cNvSpPr/>
            <p:nvPr/>
          </p:nvSpPr>
          <p:spPr>
            <a:xfrm>
              <a:off x="9672310" y="1655526"/>
              <a:ext cx="118433" cy="11768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FC073E0-D155-55FB-9E24-0BA3E83BD5C9}"/>
                </a:ext>
              </a:extLst>
            </p:cNvPr>
            <p:cNvGrpSpPr/>
            <p:nvPr/>
          </p:nvGrpSpPr>
          <p:grpSpPr>
            <a:xfrm>
              <a:off x="8532771" y="1108868"/>
              <a:ext cx="2477138" cy="5223215"/>
              <a:chOff x="8532771" y="1108868"/>
              <a:chExt cx="2477138" cy="5223215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F46A534A-2C3F-47FE-F9E8-F1B7DB6EDC23}"/>
                  </a:ext>
                </a:extLst>
              </p:cNvPr>
              <p:cNvGrpSpPr/>
              <p:nvPr/>
            </p:nvGrpSpPr>
            <p:grpSpPr>
              <a:xfrm>
                <a:off x="8584733" y="1745549"/>
                <a:ext cx="2346447" cy="4586534"/>
                <a:chOff x="238509" y="2114896"/>
                <a:chExt cx="2346447" cy="4257381"/>
              </a:xfrm>
              <a:solidFill>
                <a:schemeClr val="tx2">
                  <a:lumMod val="50000"/>
                  <a:lumOff val="50000"/>
                </a:schemeClr>
              </a:solidFill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48CC9A91-DB4D-66A4-58B0-896F9BB39B36}"/>
                    </a:ext>
                  </a:extLst>
                </p:cNvPr>
                <p:cNvSpPr/>
                <p:nvPr/>
              </p:nvSpPr>
              <p:spPr>
                <a:xfrm>
                  <a:off x="238509" y="2362308"/>
                  <a:ext cx="2346447" cy="400996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Isosceles Triangle 72">
                  <a:extLst>
                    <a:ext uri="{FF2B5EF4-FFF2-40B4-BE49-F238E27FC236}">
                      <a16:creationId xmlns:a16="http://schemas.microsoft.com/office/drawing/2014/main" id="{4B5C0E77-FA8C-2754-5512-33A0D90A073C}"/>
                    </a:ext>
                  </a:extLst>
                </p:cNvPr>
                <p:cNvSpPr/>
                <p:nvPr/>
              </p:nvSpPr>
              <p:spPr>
                <a:xfrm>
                  <a:off x="1245766" y="2114896"/>
                  <a:ext cx="294640" cy="247412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5D81626-61F0-FA69-A064-725ED0D24608}"/>
                  </a:ext>
                </a:extLst>
              </p:cNvPr>
              <p:cNvSpPr txBox="1"/>
              <p:nvPr/>
            </p:nvSpPr>
            <p:spPr>
              <a:xfrm>
                <a:off x="9041944" y="1108868"/>
                <a:ext cx="16687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2025 – Till now</a:t>
                </a:r>
              </a:p>
            </p:txBody>
          </p:sp>
          <p:pic>
            <p:nvPicPr>
              <p:cNvPr id="76" name="Picture 75" descr="A blue circle with white text&#10;&#10;AI-generated content may be incorrect.">
                <a:extLst>
                  <a:ext uri="{FF2B5EF4-FFF2-40B4-BE49-F238E27FC236}">
                    <a16:creationId xmlns:a16="http://schemas.microsoft.com/office/drawing/2014/main" id="{6C30819C-79C0-8C92-D3AB-EB6C04678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60836" y="2168599"/>
                <a:ext cx="710946" cy="710946"/>
              </a:xfrm>
              <a:prstGeom prst="rect">
                <a:avLst/>
              </a:prstGeom>
            </p:spPr>
          </p:pic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7D296C6-204B-4A57-DF80-894D43A8ADFF}"/>
                  </a:ext>
                </a:extLst>
              </p:cNvPr>
              <p:cNvSpPr txBox="1"/>
              <p:nvPr/>
            </p:nvSpPr>
            <p:spPr>
              <a:xfrm>
                <a:off x="8859959" y="3154755"/>
                <a:ext cx="17959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Site HR Leader – B3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4904CAD-FE2D-12B6-5EE3-B96FF92F9B9A}"/>
                  </a:ext>
                </a:extLst>
              </p:cNvPr>
              <p:cNvSpPr txBox="1"/>
              <p:nvPr/>
            </p:nvSpPr>
            <p:spPr>
              <a:xfrm>
                <a:off x="8532771" y="3797331"/>
                <a:ext cx="247713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Aptos Display" panose="02110004020202020204"/>
                  </a:rPr>
                  <a:t>450 Ees, 600 contractors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+mj-lt"/>
                  </a:rPr>
                  <a:t>Lead Org through Transformations: </a:t>
                </a:r>
              </a:p>
              <a:p>
                <a:pPr lvl="0"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+mj-lt"/>
                  </a:rPr>
                  <a:t>+ Organization design and execution for multiple SNDs (&gt; $150MM)</a:t>
                </a:r>
              </a:p>
              <a:p>
                <a:pPr lvl="0">
                  <a:defRPr/>
                </a:pPr>
                <a:r>
                  <a:rPr lang="en-US" sz="1200">
                    <a:solidFill>
                      <a:prstClr val="black"/>
                    </a:solidFill>
                    <a:latin typeface="+mj-lt"/>
                  </a:rPr>
                  <a:t>+ Organization productivity (12% </a:t>
                </a:r>
                <a:r>
                  <a:rPr lang="en-US" sz="1200" err="1">
                    <a:solidFill>
                      <a:prstClr val="black"/>
                    </a:solidFill>
                    <a:latin typeface="+mj-lt"/>
                  </a:rPr>
                  <a:t>yoy</a:t>
                </a:r>
                <a:r>
                  <a:rPr lang="en-US" sz="1200">
                    <a:solidFill>
                      <a:prstClr val="black"/>
                    </a:solidFill>
                    <a:latin typeface="+mj-lt"/>
                  </a:rPr>
                  <a:t>): Separations, ACR Impacts, Unattended Operation.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  <a:defRPr/>
                </a:pPr>
                <a:endParaRPr lang="en-US" sz="1200">
                  <a:solidFill>
                    <a:prstClr val="black"/>
                  </a:solidFill>
                  <a:latin typeface="+mj-lt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7F099B9-C2AA-48C5-3FBD-7EC674205A4D}"/>
              </a:ext>
            </a:extLst>
          </p:cNvPr>
          <p:cNvGrpSpPr/>
          <p:nvPr/>
        </p:nvGrpSpPr>
        <p:grpSpPr>
          <a:xfrm>
            <a:off x="6436678" y="755898"/>
            <a:ext cx="2349753" cy="1132301"/>
            <a:chOff x="6436678" y="755898"/>
            <a:chExt cx="2349753" cy="1132301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8B5986F-0B4B-B36F-37C5-3FCAD233B2F0}"/>
                </a:ext>
              </a:extLst>
            </p:cNvPr>
            <p:cNvSpPr/>
            <p:nvPr/>
          </p:nvSpPr>
          <p:spPr>
            <a:xfrm>
              <a:off x="6436678" y="755898"/>
              <a:ext cx="2349753" cy="113230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F54B075-B43A-7E51-E607-DB2E7CACB5DC}"/>
                </a:ext>
              </a:extLst>
            </p:cNvPr>
            <p:cNvSpPr txBox="1"/>
            <p:nvPr/>
          </p:nvSpPr>
          <p:spPr>
            <a:xfrm>
              <a:off x="6712754" y="864113"/>
              <a:ext cx="179760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MSV PS HR Leader – B2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</a:t>
              </a:r>
              <a:r>
                <a:rPr lang="en-US" sz="1100">
                  <a:solidFill>
                    <a:prstClr val="black"/>
                  </a:solidFill>
                  <a:latin typeface="Aptos" panose="02110004020202020204"/>
                </a:rPr>
                <a:t>Stretch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assignment)  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444A429-C285-D7A9-DCB0-826A221556EA}"/>
                </a:ext>
              </a:extLst>
            </p:cNvPr>
            <p:cNvSpPr txBox="1"/>
            <p:nvPr/>
          </p:nvSpPr>
          <p:spPr>
            <a:xfrm>
              <a:off x="6587676" y="1344761"/>
              <a:ext cx="211816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New Organization/Culture Penetration 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520634A-9FEE-AC07-EEE0-88261DD82C0B}"/>
              </a:ext>
            </a:extLst>
          </p:cNvPr>
          <p:cNvGrpSpPr/>
          <p:nvPr/>
        </p:nvGrpSpPr>
        <p:grpSpPr>
          <a:xfrm>
            <a:off x="9061868" y="141397"/>
            <a:ext cx="2632558" cy="1255340"/>
            <a:chOff x="9062429" y="141397"/>
            <a:chExt cx="2153077" cy="125534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243B768-C836-1E20-D9D0-0605EB25C65B}"/>
                </a:ext>
              </a:extLst>
            </p:cNvPr>
            <p:cNvSpPr/>
            <p:nvPr/>
          </p:nvSpPr>
          <p:spPr>
            <a:xfrm>
              <a:off x="9097610" y="141397"/>
              <a:ext cx="2025964" cy="12553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698188-07F1-97C1-7E58-F1BF29B05005}"/>
                </a:ext>
              </a:extLst>
            </p:cNvPr>
            <p:cNvSpPr txBox="1"/>
            <p:nvPr/>
          </p:nvSpPr>
          <p:spPr>
            <a:xfrm>
              <a:off x="9062429" y="190337"/>
              <a:ext cx="2025964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TWFM AMA HR Leader – B3</a:t>
              </a:r>
            </a:p>
            <a:p>
              <a:pPr lvl="0" algn="ctr"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</a:t>
              </a:r>
              <a:r>
                <a:rPr lang="en-US" sz="1100">
                  <a:solidFill>
                    <a:prstClr val="black"/>
                  </a:solidFill>
                </a:rPr>
                <a:t>Stretch assignment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 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E6D83B1-2154-1B92-E252-53D0781D3DF8}"/>
                </a:ext>
              </a:extLst>
            </p:cNvPr>
            <p:cNvSpPr txBox="1"/>
            <p:nvPr/>
          </p:nvSpPr>
          <p:spPr>
            <a:xfrm>
              <a:off x="9097610" y="652356"/>
              <a:ext cx="211789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23 sites in AMA, Global Project Team and 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Influencing Diverse Stakeholders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0570553-B10A-6F7B-F8EA-61EC7ACF9036}"/>
              </a:ext>
            </a:extLst>
          </p:cNvPr>
          <p:cNvGrpSpPr/>
          <p:nvPr/>
        </p:nvGrpSpPr>
        <p:grpSpPr>
          <a:xfrm>
            <a:off x="2027105" y="3241547"/>
            <a:ext cx="2097676" cy="3415774"/>
            <a:chOff x="2027105" y="3241547"/>
            <a:chExt cx="2097676" cy="3415774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52E70D3-57DD-408A-3C18-1143BC39DB68}"/>
                </a:ext>
              </a:extLst>
            </p:cNvPr>
            <p:cNvGrpSpPr/>
            <p:nvPr/>
          </p:nvGrpSpPr>
          <p:grpSpPr>
            <a:xfrm>
              <a:off x="2093276" y="3241547"/>
              <a:ext cx="1874387" cy="3415774"/>
              <a:chOff x="2390229" y="2974866"/>
              <a:chExt cx="1874387" cy="3415774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D4F9916-EEF1-2C5B-FD0A-D84F325AE816}"/>
                  </a:ext>
                </a:extLst>
              </p:cNvPr>
              <p:cNvGrpSpPr/>
              <p:nvPr/>
            </p:nvGrpSpPr>
            <p:grpSpPr>
              <a:xfrm>
                <a:off x="2390229" y="3459599"/>
                <a:ext cx="1874387" cy="2931041"/>
                <a:chOff x="447039" y="3422533"/>
                <a:chExt cx="1874387" cy="2720695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3AECB87-AB25-2A8C-D6EA-D6EA1A86DAC3}"/>
                    </a:ext>
                  </a:extLst>
                </p:cNvPr>
                <p:cNvSpPr/>
                <p:nvPr/>
              </p:nvSpPr>
              <p:spPr>
                <a:xfrm>
                  <a:off x="447039" y="3669945"/>
                  <a:ext cx="1874387" cy="247328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Isosceles Triangle 45">
                  <a:extLst>
                    <a:ext uri="{FF2B5EF4-FFF2-40B4-BE49-F238E27FC236}">
                      <a16:creationId xmlns:a16="http://schemas.microsoft.com/office/drawing/2014/main" id="{FF425F78-C934-171B-F586-FE599F62E023}"/>
                    </a:ext>
                  </a:extLst>
                </p:cNvPr>
                <p:cNvSpPr/>
                <p:nvPr/>
              </p:nvSpPr>
              <p:spPr>
                <a:xfrm>
                  <a:off x="1258957" y="3422533"/>
                  <a:ext cx="294640" cy="247412"/>
                </a:xfrm>
                <a:prstGeom prst="triangl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7" name="Picture 46" descr="A logo of a person's face with a sword&#10;&#10;AI-generated content may be incorrect.">
                <a:extLst>
                  <a:ext uri="{FF2B5EF4-FFF2-40B4-BE49-F238E27FC236}">
                    <a16:creationId xmlns:a16="http://schemas.microsoft.com/office/drawing/2014/main" id="{2F030D87-21F4-4629-CADC-0F291667ED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0169" y="3848179"/>
                <a:ext cx="1139953" cy="561115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D612797-6A69-7FEE-4899-94657E1381C6}"/>
                  </a:ext>
                </a:extLst>
              </p:cNvPr>
              <p:cNvSpPr txBox="1"/>
              <p:nvPr/>
            </p:nvSpPr>
            <p:spPr>
              <a:xfrm>
                <a:off x="2538497" y="2974866"/>
                <a:ext cx="16687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2017 - 2019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BE58605-FA1E-53B6-C4D0-1111A23E640F}"/>
                  </a:ext>
                </a:extLst>
              </p:cNvPr>
              <p:cNvSpPr txBox="1"/>
              <p:nvPr/>
            </p:nvSpPr>
            <p:spPr>
              <a:xfrm>
                <a:off x="2575008" y="4481836"/>
                <a:ext cx="15048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HRBP Lead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4116E7B-21B2-BBC1-A48B-55593E38A5C8}"/>
                  </a:ext>
                </a:extLst>
              </p:cNvPr>
              <p:cNvSpPr/>
              <p:nvPr/>
            </p:nvSpPr>
            <p:spPr>
              <a:xfrm>
                <a:off x="3290250" y="3387865"/>
                <a:ext cx="118433" cy="117682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1E615C-C963-D45D-2E83-C98883FCEE54}"/>
                </a:ext>
              </a:extLst>
            </p:cNvPr>
            <p:cNvSpPr txBox="1"/>
            <p:nvPr/>
          </p:nvSpPr>
          <p:spPr>
            <a:xfrm>
              <a:off x="2027105" y="5200839"/>
              <a:ext cx="20976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700 employees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End to End HR Operations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 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3671A7-AE46-EEE7-411F-FD84E0980490}"/>
              </a:ext>
            </a:extLst>
          </p:cNvPr>
          <p:cNvGrpSpPr/>
          <p:nvPr/>
        </p:nvGrpSpPr>
        <p:grpSpPr>
          <a:xfrm>
            <a:off x="6423921" y="2569048"/>
            <a:ext cx="2160286" cy="4085031"/>
            <a:chOff x="6262700" y="2633459"/>
            <a:chExt cx="2160286" cy="408503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12B006C-1CCF-BAC0-E1DD-D24AFEE88FC7}"/>
                </a:ext>
              </a:extLst>
            </p:cNvPr>
            <p:cNvGrpSpPr/>
            <p:nvPr/>
          </p:nvGrpSpPr>
          <p:grpSpPr>
            <a:xfrm>
              <a:off x="6262700" y="2633459"/>
              <a:ext cx="2160286" cy="4085031"/>
              <a:chOff x="6455932" y="2241621"/>
              <a:chExt cx="2160286" cy="4085031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C1C3A97E-3040-2805-0C3A-76E0FD7B019D}"/>
                  </a:ext>
                </a:extLst>
              </p:cNvPr>
              <p:cNvSpPr/>
              <p:nvPr/>
            </p:nvSpPr>
            <p:spPr>
              <a:xfrm>
                <a:off x="7405994" y="2617877"/>
                <a:ext cx="118433" cy="117682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E8BE931F-86B0-DEA3-3803-0E375BF94020}"/>
                  </a:ext>
                </a:extLst>
              </p:cNvPr>
              <p:cNvGrpSpPr/>
              <p:nvPr/>
            </p:nvGrpSpPr>
            <p:grpSpPr>
              <a:xfrm>
                <a:off x="6455932" y="2241621"/>
                <a:ext cx="2160286" cy="4085031"/>
                <a:chOff x="6455932" y="2241621"/>
                <a:chExt cx="2160286" cy="4085031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B451CE0B-4413-4F0A-7027-74298D64ACDF}"/>
                    </a:ext>
                  </a:extLst>
                </p:cNvPr>
                <p:cNvGrpSpPr/>
                <p:nvPr/>
              </p:nvGrpSpPr>
              <p:grpSpPr>
                <a:xfrm>
                  <a:off x="6455932" y="2701676"/>
                  <a:ext cx="2160286" cy="3624976"/>
                  <a:chOff x="383809" y="3007448"/>
                  <a:chExt cx="2160286" cy="3364829"/>
                </a:xfrm>
                <a:solidFill>
                  <a:schemeClr val="tx2">
                    <a:lumMod val="25000"/>
                    <a:lumOff val="75000"/>
                  </a:schemeClr>
                </a:solidFill>
              </p:grpSpPr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541A3339-7195-C3DB-9675-B398038FE9CF}"/>
                      </a:ext>
                    </a:extLst>
                  </p:cNvPr>
                  <p:cNvSpPr/>
                  <p:nvPr/>
                </p:nvSpPr>
                <p:spPr>
                  <a:xfrm>
                    <a:off x="383809" y="3254859"/>
                    <a:ext cx="2160286" cy="311741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Isosceles Triangle 64">
                    <a:extLst>
                      <a:ext uri="{FF2B5EF4-FFF2-40B4-BE49-F238E27FC236}">
                        <a16:creationId xmlns:a16="http://schemas.microsoft.com/office/drawing/2014/main" id="{C8918D36-93A6-C76D-E213-22E8B7B71EF7}"/>
                      </a:ext>
                    </a:extLst>
                  </p:cNvPr>
                  <p:cNvSpPr/>
                  <p:nvPr/>
                </p:nvSpPr>
                <p:spPr>
                  <a:xfrm>
                    <a:off x="1245766" y="3007448"/>
                    <a:ext cx="294640" cy="247412"/>
                  </a:xfrm>
                  <a:prstGeom prst="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583F0AE-F3DC-C62E-0AC6-61CF8828EB7D}"/>
                    </a:ext>
                  </a:extLst>
                </p:cNvPr>
                <p:cNvSpPr txBox="1"/>
                <p:nvPr/>
              </p:nvSpPr>
              <p:spPr>
                <a:xfrm>
                  <a:off x="6620555" y="2241621"/>
                  <a:ext cx="166879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2020 - 2023</a:t>
                  </a:r>
                </a:p>
              </p:txBody>
            </p:sp>
            <p:pic>
              <p:nvPicPr>
                <p:cNvPr id="68" name="Picture 67" descr="A blue circle with white text&#10;&#10;AI-generated content may be incorrect.">
                  <a:extLst>
                    <a:ext uri="{FF2B5EF4-FFF2-40B4-BE49-F238E27FC236}">
                      <a16:creationId xmlns:a16="http://schemas.microsoft.com/office/drawing/2014/main" id="{C0278E55-A770-D3BA-149C-3FC4B9F39D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09736" y="3061877"/>
                  <a:ext cx="710946" cy="710946"/>
                </a:xfrm>
                <a:prstGeom prst="rect">
                  <a:avLst/>
                </a:prstGeom>
              </p:spPr>
            </p:pic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732FACF4-6CFF-00CE-6E8B-40A8AF11E2F2}"/>
                    </a:ext>
                  </a:extLst>
                </p:cNvPr>
                <p:cNvSpPr txBox="1"/>
                <p:nvPr/>
              </p:nvSpPr>
              <p:spPr>
                <a:xfrm>
                  <a:off x="6608769" y="3841639"/>
                  <a:ext cx="17208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Site HR Leader – B2</a:t>
                  </a:r>
                </a:p>
              </p:txBody>
            </p:sp>
          </p:grp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C002FB-27B1-0DB4-2BA9-FB5E1E31C671}"/>
                </a:ext>
              </a:extLst>
            </p:cNvPr>
            <p:cNvSpPr txBox="1"/>
            <p:nvPr/>
          </p:nvSpPr>
          <p:spPr>
            <a:xfrm>
              <a:off x="6276325" y="4743991"/>
              <a:ext cx="2101824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250 Ees, 400 contractors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Integrated Grooming Business &amp; Culture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>
                  <a:solidFill>
                    <a:prstClr val="black"/>
                  </a:solidFill>
                </a:rPr>
                <a:t>Exponential Organization Growth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endParaRPr kumimoji="0" 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417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505C0E-2E7F-0140-5B30-1494694215F1}"/>
              </a:ext>
            </a:extLst>
          </p:cNvPr>
          <p:cNvSpPr txBox="1"/>
          <p:nvPr/>
        </p:nvSpPr>
        <p:spPr>
          <a:xfrm>
            <a:off x="0" y="88334"/>
            <a:ext cx="440000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 </a:t>
            </a:r>
            <a:r>
              <a:rPr lang="en-US" b="1">
                <a:solidFill>
                  <a:prstClr val="black"/>
                </a:solidFill>
                <a:latin typeface="Aptos" panose="02110004020202020204"/>
              </a:rPr>
              <a:t>Career Highlights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53F46D0-1294-F372-B82F-7A5FACB302D7}"/>
              </a:ext>
            </a:extLst>
          </p:cNvPr>
          <p:cNvGrpSpPr/>
          <p:nvPr/>
        </p:nvGrpSpPr>
        <p:grpSpPr>
          <a:xfrm>
            <a:off x="258790" y="1364884"/>
            <a:ext cx="2656935" cy="905774"/>
            <a:chOff x="250166" y="715993"/>
            <a:chExt cx="2656935" cy="90577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8F2DA41-8C41-545A-2202-84E5083D2E76}"/>
                </a:ext>
              </a:extLst>
            </p:cNvPr>
            <p:cNvSpPr/>
            <p:nvPr/>
          </p:nvSpPr>
          <p:spPr>
            <a:xfrm>
              <a:off x="250166" y="715993"/>
              <a:ext cx="2656935" cy="905774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7C3998-1B99-01BD-D39D-A26532898EB5}"/>
                </a:ext>
              </a:extLst>
            </p:cNvPr>
            <p:cNvSpPr txBox="1"/>
            <p:nvPr/>
          </p:nvSpPr>
          <p:spPr>
            <a:xfrm>
              <a:off x="380332" y="984214"/>
              <a:ext cx="2396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>
                  <a:solidFill>
                    <a:schemeClr val="accent3">
                      <a:lumMod val="75000"/>
                    </a:schemeClr>
                  </a:solidFill>
                  <a:latin typeface="Aptos" panose="02110004020202020204"/>
                </a:rPr>
                <a:t>90+  </a:t>
              </a:r>
              <a:r>
                <a:rPr lang="en-US" sz="1200" b="1">
                  <a:solidFill>
                    <a:prstClr val="black"/>
                  </a:solidFill>
                  <a:latin typeface="Aptos" panose="02110004020202020204"/>
                </a:rPr>
                <a:t>OCS Score in </a:t>
              </a:r>
              <a:r>
                <a:rPr lang="en-US" b="1">
                  <a:solidFill>
                    <a:schemeClr val="accent3">
                      <a:lumMod val="75000"/>
                    </a:schemeClr>
                  </a:solidFill>
                  <a:latin typeface="Aptos" panose="02110004020202020204"/>
                </a:rPr>
                <a:t>6 years </a:t>
              </a: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chemeClr val="accent3">
                      <a:lumMod val="75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335C88-26BE-BCBD-80E6-E079183F1EA1}"/>
              </a:ext>
            </a:extLst>
          </p:cNvPr>
          <p:cNvGrpSpPr/>
          <p:nvPr/>
        </p:nvGrpSpPr>
        <p:grpSpPr>
          <a:xfrm>
            <a:off x="250166" y="2709560"/>
            <a:ext cx="2656934" cy="2967487"/>
            <a:chOff x="250166" y="1889988"/>
            <a:chExt cx="2656934" cy="296748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BE0ED62-DFA6-6E41-B439-94FF08070F99}"/>
                </a:ext>
              </a:extLst>
            </p:cNvPr>
            <p:cNvSpPr/>
            <p:nvPr/>
          </p:nvSpPr>
          <p:spPr>
            <a:xfrm>
              <a:off x="250166" y="1889988"/>
              <a:ext cx="2656934" cy="296748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14EBCC-7C41-A68C-9F7E-09A14E437A48}"/>
                </a:ext>
              </a:extLst>
            </p:cNvPr>
            <p:cNvSpPr txBox="1"/>
            <p:nvPr/>
          </p:nvSpPr>
          <p:spPr>
            <a:xfrm>
              <a:off x="250166" y="2094146"/>
              <a:ext cx="2656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>
                  <a:solidFill>
                    <a:prstClr val="black"/>
                  </a:solidFill>
                  <a:latin typeface="+mj-lt"/>
                </a:rPr>
                <a:t>Cultural Transformation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684DF6-1628-2E6A-7EF6-436EE1B24AFC}"/>
                </a:ext>
              </a:extLst>
            </p:cNvPr>
            <p:cNvSpPr txBox="1"/>
            <p:nvPr/>
          </p:nvSpPr>
          <p:spPr>
            <a:xfrm>
              <a:off x="319947" y="2510989"/>
              <a:ext cx="2518144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Uphold </a:t>
              </a:r>
              <a:r>
                <a:rPr lang="en-US" sz="1200" b="1">
                  <a:solidFill>
                    <a:prstClr val="black"/>
                  </a:solidFill>
                  <a:latin typeface="Aptos Display" panose="02110004020202020204"/>
                </a:rPr>
                <a:t>90+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 culture results for 6 consecutive years</a:t>
              </a:r>
            </a:p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Promoted workforce diversity (genders, generations, PWD, </a:t>
              </a:r>
              <a:r>
                <a:rPr lang="en-US" sz="1200" err="1">
                  <a:solidFill>
                    <a:prstClr val="black"/>
                  </a:solidFill>
                  <a:latin typeface="Aptos Display" panose="02110004020202020204"/>
                </a:rPr>
                <a:t>ect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) and Local talents</a:t>
              </a:r>
            </a:p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Addressed </a:t>
              </a:r>
              <a:r>
                <a:rPr lang="en-US" sz="1200" b="1">
                  <a:solidFill>
                    <a:prstClr val="black"/>
                  </a:solidFill>
                  <a:latin typeface="Aptos Display" panose="02110004020202020204"/>
                </a:rPr>
                <a:t>1000+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 inclusion gaps across machine design, facilities, language &amp; culture to build an INCLUSIVE workplace for ALL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lang="en-US" sz="1200">
                <a:solidFill>
                  <a:prstClr val="black"/>
                </a:solidFill>
                <a:latin typeface="Aptos Display" panose="02110004020202020204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lang="en-US" sz="1200">
                <a:solidFill>
                  <a:prstClr val="black"/>
                </a:solidFill>
                <a:latin typeface="Aptos Display" panose="02110004020202020204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A0CF35A-8A30-D47A-18D9-105B7F592B86}"/>
              </a:ext>
            </a:extLst>
          </p:cNvPr>
          <p:cNvSpPr txBox="1"/>
          <p:nvPr/>
        </p:nvSpPr>
        <p:spPr>
          <a:xfrm>
            <a:off x="3474340" y="984214"/>
            <a:ext cx="239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chemeClr val="accent3">
                    <a:lumMod val="75000"/>
                  </a:schemeClr>
                </a:solidFill>
                <a:latin typeface="Aptos" panose="02110004020202020204"/>
              </a:rPr>
              <a:t> 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4D4B648-5536-DD26-0508-9F881826D7DF}"/>
              </a:ext>
            </a:extLst>
          </p:cNvPr>
          <p:cNvGrpSpPr/>
          <p:nvPr/>
        </p:nvGrpSpPr>
        <p:grpSpPr>
          <a:xfrm>
            <a:off x="3214007" y="1328469"/>
            <a:ext cx="2656935" cy="905774"/>
            <a:chOff x="3283789" y="715993"/>
            <a:chExt cx="2656935" cy="90577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95E8663-5970-AE77-B633-5CA4CAC5F6F6}"/>
                </a:ext>
              </a:extLst>
            </p:cNvPr>
            <p:cNvSpPr/>
            <p:nvPr/>
          </p:nvSpPr>
          <p:spPr>
            <a:xfrm>
              <a:off x="3283789" y="715993"/>
              <a:ext cx="2656935" cy="905774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CD6B11B-EEAE-7386-CF24-C5BA2CDF8319}"/>
                </a:ext>
              </a:extLst>
            </p:cNvPr>
            <p:cNvSpPr txBox="1"/>
            <p:nvPr/>
          </p:nvSpPr>
          <p:spPr>
            <a:xfrm>
              <a:off x="3544122" y="984214"/>
              <a:ext cx="2396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latin typeface="Aptos" panose="02110004020202020204"/>
                </a:rPr>
                <a:t>Enable</a:t>
              </a:r>
              <a:r>
                <a:rPr lang="en-US" sz="1200" b="1">
                  <a:solidFill>
                    <a:schemeClr val="accent3">
                      <a:lumMod val="75000"/>
                    </a:schemeClr>
                  </a:solidFill>
                  <a:latin typeface="Aptos" panose="02110004020202020204"/>
                </a:rPr>
                <a:t> </a:t>
              </a:r>
              <a:r>
                <a:rPr lang="en-US" b="1">
                  <a:solidFill>
                    <a:schemeClr val="accent3">
                      <a:lumMod val="75000"/>
                    </a:schemeClr>
                  </a:solidFill>
                  <a:latin typeface="Aptos" panose="02110004020202020204"/>
                </a:rPr>
                <a:t>$150MM SNDs</a:t>
              </a:r>
              <a:r>
                <a:rPr lang="en-US" sz="1200" b="1">
                  <a:solidFill>
                    <a:schemeClr val="accent3">
                      <a:lumMod val="75000"/>
                    </a:schemeClr>
                  </a:solidFill>
                  <a:latin typeface="Aptos" panose="02110004020202020204"/>
                </a:rPr>
                <a:t>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accent3">
                      <a:lumMod val="75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A1A0FB-B0D6-14E7-7146-7BAAFCF3CD2B}"/>
              </a:ext>
            </a:extLst>
          </p:cNvPr>
          <p:cNvGrpSpPr/>
          <p:nvPr/>
        </p:nvGrpSpPr>
        <p:grpSpPr>
          <a:xfrm>
            <a:off x="6179394" y="2672652"/>
            <a:ext cx="2665559" cy="2967487"/>
            <a:chOff x="241541" y="1889988"/>
            <a:chExt cx="2665559" cy="296748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89C6B59-4B72-0721-028E-FBFB7C9CFF1B}"/>
                </a:ext>
              </a:extLst>
            </p:cNvPr>
            <p:cNvSpPr/>
            <p:nvPr/>
          </p:nvSpPr>
          <p:spPr>
            <a:xfrm>
              <a:off x="250166" y="1889988"/>
              <a:ext cx="2656934" cy="296748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025C7E-42A2-1AF6-A763-CD2B74E35E05}"/>
                </a:ext>
              </a:extLst>
            </p:cNvPr>
            <p:cNvSpPr txBox="1"/>
            <p:nvPr/>
          </p:nvSpPr>
          <p:spPr>
            <a:xfrm>
              <a:off x="241541" y="2084716"/>
              <a:ext cx="2656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>
                  <a:solidFill>
                    <a:prstClr val="black"/>
                  </a:solidFill>
                  <a:latin typeface="+mj-lt"/>
                </a:rPr>
                <a:t>Stabilization &amp; Productivity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ABB76B-BB80-9CB9-50BC-300480A3FF7A}"/>
                </a:ext>
              </a:extLst>
            </p:cNvPr>
            <p:cNvSpPr txBox="1"/>
            <p:nvPr/>
          </p:nvSpPr>
          <p:spPr>
            <a:xfrm>
              <a:off x="258789" y="2798880"/>
              <a:ext cx="2518144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Enable </a:t>
              </a:r>
              <a:r>
                <a:rPr lang="en-US" sz="1200" b="1">
                  <a:solidFill>
                    <a:prstClr val="black"/>
                  </a:solidFill>
                  <a:latin typeface="Aptos Display" panose="02110004020202020204"/>
                </a:rPr>
                <a:t>Unattended Operation 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and productivity priorities</a:t>
              </a:r>
            </a:p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Led separation programs with </a:t>
              </a:r>
              <a:r>
                <a:rPr lang="en-US" sz="1200" b="1">
                  <a:solidFill>
                    <a:prstClr val="black"/>
                  </a:solidFill>
                  <a:latin typeface="Aptos Display" panose="02110004020202020204"/>
                </a:rPr>
                <a:t>8-12% 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year on year projection</a:t>
              </a:r>
            </a:p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Managed ACR impacts with matured organization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B1A9C6-4C18-6F62-28DF-46C9B623293E}"/>
              </a:ext>
            </a:extLst>
          </p:cNvPr>
          <p:cNvGrpSpPr/>
          <p:nvPr/>
        </p:nvGrpSpPr>
        <p:grpSpPr>
          <a:xfrm>
            <a:off x="6196642" y="1313080"/>
            <a:ext cx="2656935" cy="905774"/>
            <a:chOff x="6317412" y="715993"/>
            <a:chExt cx="2656935" cy="90577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5C0B129-BE04-568B-9716-781F4FEB29F9}"/>
                </a:ext>
              </a:extLst>
            </p:cNvPr>
            <p:cNvSpPr/>
            <p:nvPr/>
          </p:nvSpPr>
          <p:spPr>
            <a:xfrm>
              <a:off x="6317412" y="715993"/>
              <a:ext cx="2656935" cy="90577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EFC77B2-8DDC-8AB2-1851-C393482AC111}"/>
                </a:ext>
              </a:extLst>
            </p:cNvPr>
            <p:cNvSpPr txBox="1"/>
            <p:nvPr/>
          </p:nvSpPr>
          <p:spPr>
            <a:xfrm>
              <a:off x="6447578" y="959137"/>
              <a:ext cx="2396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latin typeface="Aptos" panose="02110004020202020204"/>
                </a:rPr>
                <a:t>Deliver </a:t>
              </a:r>
              <a:r>
                <a:rPr lang="en-US" b="1">
                  <a:solidFill>
                    <a:schemeClr val="accent3">
                      <a:lumMod val="75000"/>
                    </a:schemeClr>
                  </a:solidFill>
                  <a:latin typeface="Aptos" panose="02110004020202020204"/>
                </a:rPr>
                <a:t>12%</a:t>
              </a:r>
              <a:r>
                <a:rPr lang="en-US" sz="1200" b="1">
                  <a:solidFill>
                    <a:schemeClr val="accent3">
                      <a:lumMod val="75000"/>
                    </a:schemeClr>
                  </a:solidFill>
                  <a:latin typeface="Aptos" panose="02110004020202020204"/>
                </a:rPr>
                <a:t> </a:t>
              </a:r>
              <a:r>
                <a:rPr lang="en-US" sz="1200" b="1">
                  <a:latin typeface="Aptos" panose="02110004020202020204"/>
                </a:rPr>
                <a:t>Productivity YoY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E7B4666-1814-955B-B0D9-AFD82FFC7026}"/>
              </a:ext>
            </a:extLst>
          </p:cNvPr>
          <p:cNvGrpSpPr/>
          <p:nvPr/>
        </p:nvGrpSpPr>
        <p:grpSpPr>
          <a:xfrm>
            <a:off x="3214780" y="2709560"/>
            <a:ext cx="2656934" cy="3113991"/>
            <a:chOff x="250166" y="1889988"/>
            <a:chExt cx="2656934" cy="3113991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A2274F7-1A99-9AFC-AAF5-971C19098CFA}"/>
                </a:ext>
              </a:extLst>
            </p:cNvPr>
            <p:cNvSpPr/>
            <p:nvPr/>
          </p:nvSpPr>
          <p:spPr>
            <a:xfrm>
              <a:off x="250166" y="1889988"/>
              <a:ext cx="2656934" cy="296748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AEEE00-A2A5-0EB7-86AE-E353890E55BB}"/>
                </a:ext>
              </a:extLst>
            </p:cNvPr>
            <p:cNvSpPr txBox="1"/>
            <p:nvPr/>
          </p:nvSpPr>
          <p:spPr>
            <a:xfrm>
              <a:off x="250166" y="1950020"/>
              <a:ext cx="26569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>
                  <a:solidFill>
                    <a:prstClr val="black"/>
                  </a:solidFill>
                  <a:latin typeface="+mj-lt"/>
                </a:rPr>
                <a:t>Organization Changes &amp; Transitions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F646BE3-1536-DC43-984C-4AFE485E7CF5}"/>
                </a:ext>
              </a:extLst>
            </p:cNvPr>
            <p:cNvSpPr txBox="1"/>
            <p:nvPr/>
          </p:nvSpPr>
          <p:spPr>
            <a:xfrm>
              <a:off x="319947" y="2510989"/>
              <a:ext cx="2518144" cy="2492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Designed &amp; Executed organization plans to support multiple SNDs in the past 4 years.</a:t>
              </a:r>
            </a:p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 Led recurring Org change (</a:t>
              </a:r>
              <a:r>
                <a:rPr lang="en-US" sz="1200" b="1">
                  <a:solidFill>
                    <a:prstClr val="black"/>
                  </a:solidFill>
                  <a:latin typeface="Aptos Display" panose="02110004020202020204"/>
                </a:rPr>
                <a:t>50% 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people changed roles every year), double organization size while ensuring upskilling organization as </a:t>
              </a:r>
              <a:r>
                <a:rPr lang="en-US" sz="1200" b="1">
                  <a:solidFill>
                    <a:prstClr val="black"/>
                  </a:solidFill>
                  <a:latin typeface="Aptos Display" panose="02110004020202020204"/>
                </a:rPr>
                <a:t>IWS 5.0 Integrated 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standards.</a:t>
              </a:r>
            </a:p>
            <a:p>
              <a:pPr marL="171450" marR="0" lvl="0" indent="-17145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Transferred advanced technologies/knowledge from Berlin, US, Poland. 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lang="en-US" sz="1200">
                <a:solidFill>
                  <a:prstClr val="black"/>
                </a:solidFill>
                <a:latin typeface="Aptos Display" panose="02110004020202020204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30E3036-B0FC-701F-8C2F-67A937837414}"/>
              </a:ext>
            </a:extLst>
          </p:cNvPr>
          <p:cNvGrpSpPr/>
          <p:nvPr/>
        </p:nvGrpSpPr>
        <p:grpSpPr>
          <a:xfrm>
            <a:off x="9206493" y="1313080"/>
            <a:ext cx="2656935" cy="905774"/>
            <a:chOff x="9351035" y="715993"/>
            <a:chExt cx="2656935" cy="90577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6CEC912-D2C6-3523-B729-392400FC79C7}"/>
                </a:ext>
              </a:extLst>
            </p:cNvPr>
            <p:cNvSpPr/>
            <p:nvPr/>
          </p:nvSpPr>
          <p:spPr>
            <a:xfrm>
              <a:off x="9351035" y="715993"/>
              <a:ext cx="2656935" cy="905774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2607C8-1C8B-8978-D7B6-9C62DFB48FC5}"/>
                </a:ext>
              </a:extLst>
            </p:cNvPr>
            <p:cNvSpPr txBox="1"/>
            <p:nvPr/>
          </p:nvSpPr>
          <p:spPr>
            <a:xfrm>
              <a:off x="9351035" y="974526"/>
              <a:ext cx="25871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>
                  <a:solidFill>
                    <a:prstClr val="black"/>
                  </a:solidFill>
                  <a:latin typeface="+mj-lt"/>
                </a:rPr>
                <a:t>Scale Impact beyond Plant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DDECB59-8788-FABD-2939-EA00056F7F70}"/>
              </a:ext>
            </a:extLst>
          </p:cNvPr>
          <p:cNvGrpSpPr/>
          <p:nvPr/>
        </p:nvGrpSpPr>
        <p:grpSpPr>
          <a:xfrm>
            <a:off x="9206494" y="2669752"/>
            <a:ext cx="2665559" cy="2967487"/>
            <a:chOff x="241541" y="1889988"/>
            <a:chExt cx="2665559" cy="296748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C353354-4922-CAA3-812B-666D59F2ABD5}"/>
                </a:ext>
              </a:extLst>
            </p:cNvPr>
            <p:cNvSpPr/>
            <p:nvPr/>
          </p:nvSpPr>
          <p:spPr>
            <a:xfrm>
              <a:off x="250166" y="1889988"/>
              <a:ext cx="2656934" cy="296748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6492D0E-41FC-0715-6DB2-9C0C5A538423}"/>
                </a:ext>
              </a:extLst>
            </p:cNvPr>
            <p:cNvSpPr txBox="1"/>
            <p:nvPr/>
          </p:nvSpPr>
          <p:spPr>
            <a:xfrm>
              <a:off x="241541" y="2084716"/>
              <a:ext cx="2656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>
                  <a:solidFill>
                    <a:prstClr val="black"/>
                  </a:solidFill>
                  <a:latin typeface="+mj-lt"/>
                </a:rPr>
                <a:t>Country &amp; Regional Impact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D4EBEE8-154E-585C-0CB4-EA0BF073DA7A}"/>
                </a:ext>
              </a:extLst>
            </p:cNvPr>
            <p:cNvSpPr txBox="1"/>
            <p:nvPr/>
          </p:nvSpPr>
          <p:spPr>
            <a:xfrm>
              <a:off x="284670" y="2695861"/>
              <a:ext cx="251814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 algn="just">
                <a:buFont typeface="Arial" panose="020B0604020202020204" pitchFamily="34" charset="0"/>
                <a:buChar char="•"/>
                <a:defRPr/>
              </a:pPr>
              <a:r>
                <a:rPr lang="en-US" sz="1200">
                  <a:solidFill>
                    <a:prstClr val="black"/>
                  </a:solidFill>
                  <a:latin typeface="+mj-lt"/>
                </a:rPr>
                <a:t>Led Cross-functional and regional partnership in the </a:t>
              </a:r>
              <a:r>
                <a:rPr lang="en-US" sz="1200" b="1">
                  <a:solidFill>
                    <a:prstClr val="black"/>
                  </a:solidFill>
                  <a:latin typeface="+mj-lt"/>
                </a:rPr>
                <a:t>AMA TWFM network</a:t>
              </a:r>
              <a:r>
                <a:rPr lang="en-US" sz="1200">
                  <a:solidFill>
                    <a:prstClr val="black"/>
                  </a:solidFill>
                  <a:latin typeface="+mj-lt"/>
                </a:rPr>
                <a:t> to enhance system equity across </a:t>
              </a:r>
              <a:r>
                <a:rPr lang="en-US" sz="1200" b="1">
                  <a:solidFill>
                    <a:prstClr val="black"/>
                  </a:solidFill>
                  <a:latin typeface="+mj-lt"/>
                </a:rPr>
                <a:t>23 sites </a:t>
              </a:r>
              <a:r>
                <a:rPr lang="en-US" sz="1200">
                  <a:solidFill>
                    <a:prstClr val="black"/>
                  </a:solidFill>
                  <a:latin typeface="+mj-lt"/>
                </a:rPr>
                <a:t>in AMA </a:t>
              </a:r>
            </a:p>
            <a:p>
              <a:pPr marL="171450" lvl="0" indent="-171450" algn="just">
                <a:buFont typeface="Arial" panose="020B0604020202020204" pitchFamily="34" charset="0"/>
                <a:buChar char="•"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Managed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country PS talent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council and crossed site talent flow</a:t>
              </a:r>
              <a:r>
                <a:rPr lang="en-US" sz="1200">
                  <a:solidFill>
                    <a:prstClr val="black"/>
                  </a:solidFill>
                  <a:latin typeface="Aptos Display" panose="02110004020202020204"/>
                </a:rPr>
                <a:t>. Influenced Plant Managers, GM toward national talent mindset. 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8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15825-62DF-26B7-0D11-202068DEF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Image preview">
            <a:extLst>
              <a:ext uri="{FF2B5EF4-FFF2-40B4-BE49-F238E27FC236}">
                <a16:creationId xmlns:a16="http://schemas.microsoft.com/office/drawing/2014/main" id="{DBB3CCC8-1DAD-10EF-6EBA-37A01E5671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AutoShape 4" descr="Image preview">
            <a:extLst>
              <a:ext uri="{FF2B5EF4-FFF2-40B4-BE49-F238E27FC236}">
                <a16:creationId xmlns:a16="http://schemas.microsoft.com/office/drawing/2014/main" id="{00E3E8AD-21E7-2294-FDA7-122036EDF5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20B8176-DFCF-3E23-98F0-81FF7B81F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851" y="671961"/>
            <a:ext cx="10335098" cy="126611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>
                <a:latin typeface="Aptos" panose="020B0004020202020204" pitchFamily="34" charset="0"/>
              </a:rPr>
              <a:t>Strengths: Learning Agility, Partnership &amp; Influencing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>
                <a:latin typeface="Aptos" panose="020B0004020202020204" pitchFamily="34" charset="0"/>
              </a:rPr>
              <a:t>What matters to me: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(1) Opportunities to have breadth of experience, (2) Expose to International Environment, (3) Coaching, Developing and Managing Others, (4) Continuous learning of new skills (5) Sought as a Thought Leader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>
                <a:latin typeface="Aptos" panose="020B0004020202020204" pitchFamily="34" charset="0"/>
              </a:rPr>
              <a:t>Short term aspirations within next 6 months – 12 months: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Continue to build my breadth and depth of HR knowledge in a new organization and culture &amp; new OU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High visibility/exposure responsibilities that help me to grow long term in P&amp;G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>
                <a:latin typeface="Aptos" panose="020B0004020202020204" pitchFamily="34" charset="0"/>
              </a:rPr>
              <a:t>Long term goals: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Regional HR Leader with balanced in-depth HR knowledges and business acumen.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>
                <a:latin typeface="Aptos" panose="020B0004020202020204" pitchFamily="34" charset="0"/>
              </a:rPr>
              <a:t>Personal request related to dual career: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ptos" panose="020B0004020202020204" pitchFamily="34" charset="0"/>
              </a:rPr>
              <a:t>Same country or neighboring countries within same region. Aligned to accept split set-up in the next assignment duration.</a:t>
            </a:r>
          </a:p>
          <a:p>
            <a:pPr>
              <a:lnSpc>
                <a:spcPct val="150000"/>
              </a:lnSpc>
            </a:pPr>
            <a:endParaRPr lang="en-US" sz="160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0B5C8-9CB2-5609-62FB-68FBF11BBEC2}"/>
              </a:ext>
            </a:extLst>
          </p:cNvPr>
          <p:cNvSpPr txBox="1"/>
          <p:nvPr/>
        </p:nvSpPr>
        <p:spPr>
          <a:xfrm>
            <a:off x="4048397" y="148741"/>
            <a:ext cx="440000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 </a:t>
            </a:r>
            <a:r>
              <a:rPr lang="en-US" b="1">
                <a:solidFill>
                  <a:prstClr val="black"/>
                </a:solidFill>
                <a:latin typeface="Aptos" panose="02110004020202020204"/>
              </a:rPr>
              <a:t>Career Interests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84494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DDS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Office Theme</vt:lpstr>
      <vt:lpstr>2_Office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My</dc:creator>
  <cp:revision>1</cp:revision>
  <dcterms:created xsi:type="dcterms:W3CDTF">2026-09-02T16:52:07Z</dcterms:created>
  <dcterms:modified xsi:type="dcterms:W3CDTF">2026-09-30T02:53:09Z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18e53f-798e-43aa-978d-c3fda1f3a682_Enabled">
    <vt:lpwstr>true</vt:lpwstr>
  </property>
  <property fmtid="{D5CDD505-2E9C-101B-9397-08002B2CF9AE}" pid="3" name="MSIP_Label_a518e53f-798e-43aa-978d-c3fda1f3a682_SetDate">
    <vt:lpwstr>2026-09-02T16:52:38Z</vt:lpwstr>
  </property>
  <property fmtid="{D5CDD505-2E9C-101B-9397-08002B2CF9AE}" pid="4" name="MSIP_Label_a518e53f-798e-43aa-978d-c3fda1f3a682_Method">
    <vt:lpwstr>Privileged</vt:lpwstr>
  </property>
  <property fmtid="{D5CDD505-2E9C-101B-9397-08002B2CF9AE}" pid="5" name="MSIP_Label_a518e53f-798e-43aa-978d-c3fda1f3a682_Name">
    <vt:lpwstr>PG - Internal Use</vt:lpwstr>
  </property>
  <property fmtid="{D5CDD505-2E9C-101B-9397-08002B2CF9AE}" pid="6" name="MSIP_Label_a518e53f-798e-43aa-978d-c3fda1f3a682_SiteId">
    <vt:lpwstr>3596192b-fdf5-4e2c-a6fa-acb706c963d8</vt:lpwstr>
  </property>
  <property fmtid="{D5CDD505-2E9C-101B-9397-08002B2CF9AE}" pid="7" name="MSIP_Label_a518e53f-798e-43aa-978d-c3fda1f3a682_ActionId">
    <vt:lpwstr>28bc2829-7562-4e8f-a1f4-b822380f660e</vt:lpwstr>
  </property>
  <property fmtid="{D5CDD505-2E9C-101B-9397-08002B2CF9AE}" pid="8" name="MSIP_Label_a518e53f-798e-43aa-978d-c3fda1f3a682_ContentBits">
    <vt:lpwstr>1</vt:lpwstr>
  </property>
  <property fmtid="{D5CDD505-2E9C-101B-9397-08002B2CF9AE}" pid="9" name="MSIP_Label_a518e53f-798e-43aa-978d-c3fda1f3a682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Business Use</vt:lpwstr>
  </property>
</Properties>
</file>